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19"/>
  </p:notesMasterIdLst>
  <p:handoutMasterIdLst>
    <p:handoutMasterId r:id="rId20"/>
  </p:handoutMasterIdLst>
  <p:sldIdLst>
    <p:sldId id="2147481689" r:id="rId5"/>
    <p:sldId id="2147481626" r:id="rId6"/>
    <p:sldId id="2147481629" r:id="rId7"/>
    <p:sldId id="2147481623" r:id="rId8"/>
    <p:sldId id="796" r:id="rId9"/>
    <p:sldId id="2147481609" r:id="rId10"/>
    <p:sldId id="699" r:id="rId11"/>
    <p:sldId id="2147481600" r:id="rId12"/>
    <p:sldId id="2147481580" r:id="rId13"/>
    <p:sldId id="290" r:id="rId14"/>
    <p:sldId id="2147481612" r:id="rId15"/>
    <p:sldId id="2147481694" r:id="rId16"/>
    <p:sldId id="2147481639" r:id="rId17"/>
    <p:sldId id="2147481690" r:id="rId18"/>
  </p:sldIdLst>
  <p:sldSz cx="12193588" cy="6861175"/>
  <p:notesSz cx="6858000" cy="9144000"/>
  <p:custDataLst>
    <p:tags r:id="rId21"/>
  </p:custDataLst>
  <p:defaultTextStyle>
    <a:defPPr>
      <a:defRPr lang="de-DE"/>
    </a:defPPr>
    <a:lvl1pPr marL="0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91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583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874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9166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457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749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1040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8332" algn="l" defTabSz="91458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A3574FB-1739-4C75-A6BC-1053621A63A3}">
          <p14:sldIdLst>
            <p14:sldId id="2147481689"/>
          </p14:sldIdLst>
        </p14:section>
        <p14:section name="Agenda" id="{191D28F7-F5EC-45BB-BC9F-E10072650251}">
          <p14:sldIdLst>
            <p14:sldId id="2147481626"/>
            <p14:sldId id="2147481629"/>
          </p14:sldIdLst>
        </p14:section>
        <p14:section name="Chapterdivider" id="{B3ED5EAF-A5D9-40B5-99D1-CD8094ECA578}">
          <p14:sldIdLst>
            <p14:sldId id="2147481623"/>
            <p14:sldId id="796"/>
          </p14:sldIdLst>
        </p14:section>
        <p14:section name="Highly visual charts" id="{26EDEB24-895E-4E73-BC43-9BCED26A33EE}">
          <p14:sldIdLst>
            <p14:sldId id="2147481609"/>
            <p14:sldId id="699"/>
            <p14:sldId id="2147481600"/>
          </p14:sldIdLst>
        </p14:section>
        <p14:section name="Overview charts" id="{0250B6B2-775B-49BD-93D4-31E64E22EDE3}">
          <p14:sldIdLst>
            <p14:sldId id="2147481580"/>
          </p14:sldIdLst>
        </p14:section>
        <p14:section name="Text-rich charts" id="{77D1FCC3-0120-4AAA-943F-3BD7563E0535}">
          <p14:sldIdLst>
            <p14:sldId id="290"/>
          </p14:sldIdLst>
        </p14:section>
        <p14:section name="Diagramms" id="{1DDFA8CF-575D-40FC-A158-F5575A7228B5}">
          <p14:sldIdLst>
            <p14:sldId id="2147481612"/>
          </p14:sldIdLst>
        </p14:section>
        <p14:section name="Visual Data Displays" id="{CA331079-77B8-46D4-93E9-D56207E4FA3F}">
          <p14:sldIdLst/>
        </p14:section>
        <p14:section name="One_Pager" id="{58072EBC-10E9-4D55-9F78-5B405497FC84}">
          <p14:sldIdLst>
            <p14:sldId id="2147481694"/>
            <p14:sldId id="2147481639"/>
          </p14:sldIdLst>
        </p14:section>
        <p14:section name="Devices Placeholder" id="{2433FB70-67C8-41BE-BA32-34D96CD0E357}">
          <p14:sldIdLst>
            <p14:sldId id="21474816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CCE062-AE7B-5A31-9592-9D866ECC27D0}" name="Goros, Antonios, Dr. (A-OC)" initials="AG" userId="S::antonios.goros@volkswagen-groupservices.com::dbf6b8ea-9703-4c37-a871-40d822d6be5b" providerId="AD"/>
  <p188:author id="{1F39C76D-4DFC-C488-2E53-18F0F322857A}" name="Woitow, Melanie (A-GU)" initials="MW" userId="S::melanie.woitow@volkswagen-groupservices.com::6f0513e9-d6e2-4f22-a258-60df2873af99" providerId="AD"/>
  <p188:author id="{98641F7A-EC88-6DF9-1522-30F5536D2701}" name="Matzen, Gunnar (A-OC)" initials="GM" userId="S::gunnar.matzen@volkswagen-groupservices.com::6c4998dc-71e1-4ec2-b940-8402cd68b955" providerId="AD"/>
  <p188:author id="{B2804A99-980A-C184-3338-C7BFD4B44AEF}" name="Beck, Paula (A-GU)" initials="PB" userId="S::paula.beck@volkswagen-groupservices.com::93fd2bb1-faff-4bc3-8a85-52abd81ed789" providerId="AD"/>
  <p188:author id="{77D5489F-D767-6FD3-A2D9-21B124E74CB2}" name="Meyer, Dina (A-GU)" initials="MD(G" userId="S::dina.meyer@volkswagen-groupservices.com::904ef3dc-ae3d-4d06-9005-7d0c93b95d9a" providerId="AD"/>
  <p188:author id="{2EBBC6A0-1B42-0089-5BDB-8F1E1B5531DB}" name="Meixner, Dorthe (A-GU)" initials="M(" userId="S::dorthe.meixner@volkswagen-groupservices.com::1f4383e4-96f3-44b7-ae38-8762545d1c3e" providerId="AD"/>
  <p188:author id="{5E86BBB8-E894-6F57-C10F-62930B3F768F}" name="Schober, Kim Kristina (A-GU)" initials="SKK(G" userId="S::kim.kristina.schober@volkswagen-groupservices.com::0a79e4ac-c887-4521-a23f-7a1086179457" providerId="AD"/>
  <p188:author id="{B9349AC8-8F7D-5E43-73BE-5C3CAE849E76}" name="Pillasch, Alexandra (A-OC)" initials="AP" userId="S::alexandra.pillasch@volkswagen-groupservices.com::2628b58a-a404-4daa-9ea1-c26edb9b568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yne-Pietschmann, Julius (A-GKST)" initials="HJ(" lastIdx="1" clrIdx="0">
    <p:extLst>
      <p:ext uri="{19B8F6BF-5375-455C-9EA6-DF929625EA0E}">
        <p15:presenceInfo xmlns:p15="http://schemas.microsoft.com/office/powerpoint/2012/main" userId="S-1-5-21-8915387-466359577-720635935-2286920" providerId="AD"/>
      </p:ext>
    </p:extLst>
  </p:cmAuthor>
  <p:cmAuthor id="2" name="tom b" initials="tb" lastIdx="1" clrIdx="1">
    <p:extLst>
      <p:ext uri="{19B8F6BF-5375-455C-9EA6-DF929625EA0E}">
        <p15:presenceInfo xmlns:p15="http://schemas.microsoft.com/office/powerpoint/2012/main" userId="139939e7852525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66"/>
    <a:srgbClr val="4C7D94"/>
    <a:srgbClr val="C6DFE7"/>
    <a:srgbClr val="FFFFFF"/>
    <a:srgbClr val="80B0C8"/>
    <a:srgbClr val="A8ADB3"/>
    <a:srgbClr val="E6EFF4"/>
    <a:srgbClr val="660036"/>
    <a:srgbClr val="CCDFE9"/>
    <a:srgbClr val="960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BBD24-4915-DB9A-E0C8-B420653ACD5A}" v="7" dt="2026-01-28T19:24:00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120" d="100"/>
          <a:sy n="120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43810628687092"/>
          <c:y val="8.9973464458620783E-2"/>
          <c:w val="0.43811092360726844"/>
          <c:h val="0.77536674244051818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 w="28575">
              <a:noFill/>
            </a:ln>
          </c:spPr>
          <c:dPt>
            <c:idx val="0"/>
            <c:bubble3D val="0"/>
            <c:spPr>
              <a:solidFill>
                <a:srgbClr val="D8AA00"/>
              </a:solidFill>
              <a:ln w="285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89-495A-B8F8-8F0B7915C54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285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89-495A-B8F8-8F0B7915C54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285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F89-495A-B8F8-8F0B7915C542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285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F89-495A-B8F8-8F0B7915C542}"/>
              </c:ext>
            </c:extLst>
          </c:dPt>
          <c:cat>
            <c:strRef>
              <c:f>Tabelle1!$A$2:$A$5</c:f>
              <c:strCache>
                <c:ptCount val="4"/>
                <c:pt idx="0">
                  <c:v>Data</c:v>
                </c:pt>
                <c:pt idx="1">
                  <c:v>Data</c:v>
                </c:pt>
                <c:pt idx="2">
                  <c:v>Data</c:v>
                </c:pt>
                <c:pt idx="3">
                  <c:v>Data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89-495A-B8F8-8F0B7915C5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1"/>
        <c:holeSize val="84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115358033223907"/>
          <c:y val="0.93158184319119675"/>
          <c:w val="0.48797484757978915"/>
          <c:h val="5.1911966987620357E-2"/>
        </c:manualLayout>
      </c:layout>
      <c:overlay val="0"/>
      <c:txPr>
        <a:bodyPr/>
        <a:lstStyle/>
        <a:p>
          <a:pPr>
            <a:defRPr sz="1100">
              <a:solidFill>
                <a:schemeClr val="accent5"/>
              </a:solidFill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pPr>
            <a:r>
              <a:rPr lang="de-DE" dirty="0" err="1"/>
              <a:t>DiagrammTitle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4666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rgbClr val="D8AA00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7-4971-AB97-42C56D8600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77-4971-AB97-42C56D8600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77-4971-AB97-42C56D860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7722896"/>
        <c:axId val="1627721456"/>
      </c:barChart>
      <c:catAx>
        <c:axId val="1627722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27721456"/>
        <c:crosses val="autoZero"/>
        <c:auto val="1"/>
        <c:lblAlgn val="ctr"/>
        <c:lblOffset val="100"/>
        <c:noMultiLvlLbl val="0"/>
      </c:catAx>
      <c:valAx>
        <c:axId val="1627721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627722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4666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4666"/>
          </a:solidFill>
        </a:defRPr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53E27E8-929A-4AC7-9CA6-830AFFC3DD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1B5957-B673-4EEE-97B7-78E7BA3C09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EBBBB-9294-4A0C-9DB6-F05A2F4ED8CF}" type="datetimeFigureOut">
              <a:rPr lang="de-DE" smtClean="0"/>
              <a:t>10.03.2026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49D929-54FA-4A27-8CB3-EF60DB12FB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7DEEAD-84FE-4319-AB0B-B1758F6521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7FFFE-D13F-4FCE-B853-09B194B15F9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4495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299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91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583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874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9166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457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749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1040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8332" algn="l" defTabSz="91458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CA0F-548A-C5F8-C8FE-22A3B1EB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0724C1-F308-F3DB-25C7-8E900DEFD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9F6920-AA92-19DE-A059-ADC3065E4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9970F1-922D-BCE4-E50E-8EB36275D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64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C2BC-135F-DBED-07F8-B45543A2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B5F53E-8B13-CB38-9079-05E0874FD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350148-17BB-2506-0E8F-3CFA558A6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6F5ADF-6412-21FF-284E-2E1620550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889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6687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486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930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533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31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32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6607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595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509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08C3-6974-7E7E-C0CE-674C2267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DC3B19-AFC6-2B23-75A5-4A8B61756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4AC59F8-AA27-2C4C-B7E7-19B076347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D021C6-92DA-49E3-5B6C-8C596DEE7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199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533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C394-4CB2-4E2D-C697-681CED32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C3E7B3-8A82-DCE5-A7F2-7FE26C394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072A61-5609-4297-0366-82E39A2B3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C7EB9C-FEB8-BEC6-9782-531ABB841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70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47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Tex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484C2FC8-29FB-8B27-9ADA-7944E59CA0B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06452" y="1669471"/>
            <a:ext cx="2206377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E3C3EC50-29B1-ED3F-A9C9-9E55A30D07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9601" y="1669471"/>
            <a:ext cx="2206377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ECE019F-B0C7-331D-9C87-5E3D75C3BC0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992750" y="1669471"/>
            <a:ext cx="2206377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53950810-22CA-C42A-7927-5DF21351192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85899" y="1669471"/>
            <a:ext cx="2206377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96B88D2-44E8-78BC-9C3A-C15E22CA309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579049" y="1669471"/>
            <a:ext cx="2206377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0A7B6D-0F60-E890-F7A6-F75F9504526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53" y="3668399"/>
            <a:ext cx="2044966" cy="2606693"/>
          </a:xfrm>
        </p:spPr>
        <p:txBody>
          <a:bodyPr/>
          <a:lstStyle>
            <a:lvl1pPr marL="0" indent="0" rtl="0"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  <a:lvl3pPr rtl="0">
              <a:defRPr sz="1000" b="0"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466851-5DD3-5A30-235F-55B06BE808F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699601" y="3681698"/>
            <a:ext cx="2044966" cy="2606692"/>
          </a:xfrm>
        </p:spPr>
        <p:txBody>
          <a:bodyPr/>
          <a:lstStyle>
            <a:lvl1pPr marL="0" indent="0" rtl="0"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  <a:lvl3pPr rtl="0">
              <a:defRPr sz="1000" b="0"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5616F66-B874-C168-D408-2D76FD25238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992750" y="3681698"/>
            <a:ext cx="2044966" cy="2606692"/>
          </a:xfrm>
        </p:spPr>
        <p:txBody>
          <a:bodyPr/>
          <a:lstStyle>
            <a:lvl1pPr marL="0" indent="0" rtl="0"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  <a:lvl3pPr rtl="0">
              <a:defRPr sz="1000" b="0"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90703E9-36DD-CD04-94A2-FCDAAB66C52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285899" y="3681698"/>
            <a:ext cx="2044966" cy="2606692"/>
          </a:xfrm>
        </p:spPr>
        <p:txBody>
          <a:bodyPr/>
          <a:lstStyle>
            <a:lvl1pPr marL="0" indent="0" rtl="0"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  <a:lvl3pPr rtl="0">
              <a:defRPr sz="1000" b="0"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8622C65-02EE-650D-DC10-87A574F45383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9579049" y="3681698"/>
            <a:ext cx="2044966" cy="2606692"/>
          </a:xfrm>
        </p:spPr>
        <p:txBody>
          <a:bodyPr/>
          <a:lstStyle>
            <a:lvl1pPr marL="0" indent="0" rtl="0"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  <a:lvl3pPr rtl="0">
              <a:defRPr sz="1000" b="0"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3C8A68B2-A48C-E16F-9F52-2B9201F03F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6452" y="3273273"/>
            <a:ext cx="2044966" cy="18982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BAF4E149-1F11-716B-11B9-C1F45BDF9D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99601" y="3273273"/>
            <a:ext cx="2044966" cy="18982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4C162824-7628-3A70-DFB7-FB57161446B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92750" y="3273273"/>
            <a:ext cx="2044966" cy="18982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24F50369-673E-E1DE-BBE2-32D577329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85899" y="3273273"/>
            <a:ext cx="2044966" cy="18982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828A6EBE-DEBD-0E73-8434-C5C49B934C2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79049" y="3273273"/>
            <a:ext cx="2044966" cy="18982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390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Tex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ECB0741F-091C-09E3-5E13-1D602011719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6452" y="1486592"/>
            <a:ext cx="2734883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C6314460-CEC1-F52E-5E20-46C53141BE6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87816" y="1486592"/>
            <a:ext cx="2734883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96137B9-60A3-71BB-5893-BCF597B319D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69180" y="1486592"/>
            <a:ext cx="2734883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53308429-E451-8348-7986-B98B6F6232B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050543" y="1486592"/>
            <a:ext cx="2734883" cy="1418156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40DE00-7750-F045-DCF5-E8B4FE88C50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53" y="3075255"/>
            <a:ext cx="2520328" cy="3016958"/>
          </a:xfrm>
        </p:spPr>
        <p:txBody>
          <a:bodyPr/>
          <a:lstStyle>
            <a:lvl1pPr marL="0" indent="0" rtl="0">
              <a:buNone/>
              <a:defRPr sz="1100" b="0">
                <a:solidFill>
                  <a:schemeClr val="accent5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100" b="0">
                <a:solidFill>
                  <a:schemeClr val="accent5"/>
                </a:solidFill>
                <a:latin typeface="+mn-lt"/>
              </a:defRPr>
            </a:lvl2pPr>
            <a:lvl3pPr rtl="0">
              <a:defRPr sz="1100" b="0">
                <a:solidFill>
                  <a:schemeClr val="accent5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158CDD0-BA3A-3911-6F36-41C6850487F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87816" y="3075255"/>
            <a:ext cx="2520328" cy="3016958"/>
          </a:xfrm>
        </p:spPr>
        <p:txBody>
          <a:bodyPr/>
          <a:lstStyle>
            <a:lvl1pPr marL="0" indent="0" rtl="0">
              <a:buNone/>
              <a:defRPr sz="1100" b="0">
                <a:solidFill>
                  <a:schemeClr val="accent5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100" b="0">
                <a:solidFill>
                  <a:schemeClr val="accent5"/>
                </a:solidFill>
                <a:latin typeface="+mn-lt"/>
              </a:defRPr>
            </a:lvl2pPr>
            <a:lvl3pPr rtl="0">
              <a:defRPr sz="1100" b="0">
                <a:solidFill>
                  <a:schemeClr val="accent5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D20A6F6-D565-6FB4-FEE1-EE332587A34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9180" y="3075255"/>
            <a:ext cx="2520328" cy="3016958"/>
          </a:xfrm>
        </p:spPr>
        <p:txBody>
          <a:bodyPr/>
          <a:lstStyle>
            <a:lvl1pPr marL="0" indent="0" rtl="0">
              <a:buNone/>
              <a:defRPr sz="1100" b="0">
                <a:solidFill>
                  <a:schemeClr val="accent5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100" b="0">
                <a:solidFill>
                  <a:schemeClr val="accent5"/>
                </a:solidFill>
                <a:latin typeface="+mn-lt"/>
              </a:defRPr>
            </a:lvl2pPr>
            <a:lvl3pPr rtl="0">
              <a:defRPr sz="1100" b="0">
                <a:solidFill>
                  <a:schemeClr val="accent5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DF93BA3-A08F-E698-E34C-2657EAC647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050543" y="3075255"/>
            <a:ext cx="2520328" cy="3016958"/>
          </a:xfrm>
        </p:spPr>
        <p:txBody>
          <a:bodyPr/>
          <a:lstStyle>
            <a:lvl1pPr marL="0" indent="0" rtl="0">
              <a:buNone/>
              <a:defRPr sz="1100" b="0">
                <a:solidFill>
                  <a:schemeClr val="accent5"/>
                </a:solidFill>
                <a:latin typeface="+mn-lt"/>
              </a:defRPr>
            </a:lvl1pPr>
            <a:lvl2pPr marL="180014" indent="-180014" rtl="0">
              <a:buFont typeface="Arial" panose="020B0604020202020204" pitchFamily="34" charset="0"/>
              <a:buChar char="•"/>
              <a:defRPr sz="1100" b="0">
                <a:solidFill>
                  <a:schemeClr val="accent5"/>
                </a:solidFill>
                <a:latin typeface="+mn-lt"/>
              </a:defRPr>
            </a:lvl2pPr>
            <a:lvl3pPr rtl="0">
              <a:defRPr sz="1100" b="0">
                <a:solidFill>
                  <a:schemeClr val="accent5"/>
                </a:solidFill>
                <a:latin typeface="+mn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78724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3_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1DBFC2AC-D029-19C4-CA34-41B855714D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8360" y="2170423"/>
            <a:ext cx="1260000" cy="1260164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6D75A936-37F9-9A72-34E3-FF0502AE7C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360" y="3635707"/>
            <a:ext cx="1260000" cy="1260164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DA267AC9-9F18-C3E5-6EB5-2169A1440C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418" y="5100990"/>
            <a:ext cx="1260000" cy="1260164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90289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ac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6" name="Bildplatzhalter 16">
            <a:extLst>
              <a:ext uri="{FF2B5EF4-FFF2-40B4-BE49-F238E27FC236}">
                <a16:creationId xmlns:a16="http://schemas.microsoft.com/office/drawing/2014/main" id="{C7B124D0-8DAC-8F54-D97B-1BCFA9AB72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0770" y="1761304"/>
            <a:ext cx="3432272" cy="3505514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34591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Tea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920C2-A8F9-5DCD-B461-BAE975DC7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91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920C2-A8F9-5DCD-B461-BAE975DC7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F820942B-83F6-4B58-BC23-ADAECB57C8C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F5EB430-5F60-A75E-9A77-CB24809179A1}"/>
              </a:ext>
            </a:extLst>
          </p:cNvPr>
          <p:cNvSpPr txBox="1"/>
          <p:nvPr userDrawn="1"/>
        </p:nvSpPr>
        <p:spPr>
          <a:xfrm>
            <a:off x="406453" y="1850550"/>
            <a:ext cx="3558629" cy="143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0FCA3D-F375-1872-98E5-4D835A292B33}"/>
              </a:ext>
            </a:extLst>
          </p:cNvPr>
          <p:cNvSpPr txBox="1"/>
          <p:nvPr userDrawn="1"/>
        </p:nvSpPr>
        <p:spPr>
          <a:xfrm>
            <a:off x="6104449" y="1850550"/>
            <a:ext cx="3409320" cy="143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C8420F8-90E6-2AD4-99F5-4CEDE799660E}"/>
              </a:ext>
            </a:extLst>
          </p:cNvPr>
          <p:cNvSpPr txBox="1"/>
          <p:nvPr userDrawn="1"/>
        </p:nvSpPr>
        <p:spPr>
          <a:xfrm>
            <a:off x="1447799" y="2512624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1519C54-B0D3-F9FD-6C63-EA89CF2E8EDC}"/>
              </a:ext>
            </a:extLst>
          </p:cNvPr>
          <p:cNvSpPr txBox="1"/>
          <p:nvPr userDrawn="1"/>
        </p:nvSpPr>
        <p:spPr>
          <a:xfrm>
            <a:off x="1447799" y="3578722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b="1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E66728-28EE-A4C7-FDA0-0AA44412C793}"/>
              </a:ext>
            </a:extLst>
          </p:cNvPr>
          <p:cNvSpPr txBox="1"/>
          <p:nvPr userDrawn="1"/>
        </p:nvSpPr>
        <p:spPr>
          <a:xfrm>
            <a:off x="1447799" y="4644820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noProof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noProof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4E6EED3-458E-6846-C7DC-B7528583B717}"/>
              </a:ext>
            </a:extLst>
          </p:cNvPr>
          <p:cNvSpPr txBox="1"/>
          <p:nvPr userDrawn="1"/>
        </p:nvSpPr>
        <p:spPr>
          <a:xfrm>
            <a:off x="1447799" y="5710918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i="1" noProof="0">
              <a:solidFill>
                <a:srgbClr val="004666"/>
              </a:solidFill>
              <a:latin typeface="VWAG TheSan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BF768C0-CF85-36E9-D66E-B66C1BD69F47}"/>
              </a:ext>
            </a:extLst>
          </p:cNvPr>
          <p:cNvSpPr txBox="1"/>
          <p:nvPr userDrawn="1"/>
        </p:nvSpPr>
        <p:spPr>
          <a:xfrm>
            <a:off x="7153020" y="5710918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i="1" noProof="0">
              <a:solidFill>
                <a:srgbClr val="004666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FB9DDD2-8869-3760-A1D9-BE622759215B}"/>
              </a:ext>
            </a:extLst>
          </p:cNvPr>
          <p:cNvSpPr txBox="1"/>
          <p:nvPr userDrawn="1"/>
        </p:nvSpPr>
        <p:spPr>
          <a:xfrm>
            <a:off x="7153020" y="4644820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i="1" noProof="0">
              <a:solidFill>
                <a:srgbClr val="004666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70463E6-4E55-5CAF-4A00-B44BD4DE741D}"/>
              </a:ext>
            </a:extLst>
          </p:cNvPr>
          <p:cNvSpPr txBox="1"/>
          <p:nvPr userDrawn="1"/>
        </p:nvSpPr>
        <p:spPr>
          <a:xfrm>
            <a:off x="7153020" y="2512624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noProof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02EF539-C176-2553-23FF-FBB3E954722C}"/>
              </a:ext>
            </a:extLst>
          </p:cNvPr>
          <p:cNvSpPr txBox="1"/>
          <p:nvPr userDrawn="1"/>
        </p:nvSpPr>
        <p:spPr>
          <a:xfrm>
            <a:off x="7153020" y="3578722"/>
            <a:ext cx="2676175" cy="3746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450"/>
              </a:spcAft>
            </a:pPr>
            <a:endParaRPr lang="de-DE" sz="1400" noProof="0">
              <a:latin typeface="VWAG TheSans"/>
            </a:endParaRP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FCE2F125-AB37-D191-B06D-25180B7881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54" y="2291520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02DBAB7A-A3A6-D625-3769-B44CAC99BC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54" y="3357618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7">
            <a:extLst>
              <a:ext uri="{FF2B5EF4-FFF2-40B4-BE49-F238E27FC236}">
                <a16:creationId xmlns:a16="http://schemas.microsoft.com/office/drawing/2014/main" id="{A08F43D0-F35A-22BB-10A4-A017DA50D1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8162" y="4423716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7">
            <a:extLst>
              <a:ext uri="{FF2B5EF4-FFF2-40B4-BE49-F238E27FC236}">
                <a16:creationId xmlns:a16="http://schemas.microsoft.com/office/drawing/2014/main" id="{3A30E130-0626-79F8-B031-961A6C7A3A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4813" y="5489814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AF1D9A9A-3212-48E6-1FDC-1D9545289C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03684" y="2291520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7">
            <a:extLst>
              <a:ext uri="{FF2B5EF4-FFF2-40B4-BE49-F238E27FC236}">
                <a16:creationId xmlns:a16="http://schemas.microsoft.com/office/drawing/2014/main" id="{FA009F2B-DD83-AEFB-F574-700B11AE74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8520" y="3357618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7">
            <a:extLst>
              <a:ext uri="{FF2B5EF4-FFF2-40B4-BE49-F238E27FC236}">
                <a16:creationId xmlns:a16="http://schemas.microsoft.com/office/drawing/2014/main" id="{6F4842AE-DA22-0B50-383B-53918660EB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01630" y="4423716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95DD24E4-F134-A859-0FE8-62F33561631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9905" y="5489814"/>
            <a:ext cx="816858" cy="816858"/>
          </a:xfrm>
          <a:prstGeom prst="ellipse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58820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29743A2-4921-0A26-2BA6-D7256A2546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81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9743A2-4921-0A26-2BA6-D7256A254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3" y="408189"/>
            <a:ext cx="8497053" cy="847573"/>
          </a:xfrm>
        </p:spPr>
        <p:txBody>
          <a:bodyPr vert="horz" lIns="0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F1DC534-C645-4901-89DC-7828EDCF7309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D80C735-473E-5043-021D-4B79DB47B9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53" y="1485900"/>
            <a:ext cx="11382322" cy="4967288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6675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Tex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561B2CC4-E498-BEC6-BEBE-4FA0DE7FB5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775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1B2CC4-E498-BEC6-BEBE-4FA0DE7FB5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550B184-5F0C-B3D1-9A54-9C8D3FC1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9241F9D-89E1-77D2-AFB8-4A6E6C68AB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623837-14E7-76CE-F8D6-D55BFE015F2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fld id="{FE45683B-BE91-4701-8BC0-4CE61ADD9604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850824-0EF3-6038-919B-E297AF62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1A26510-7E74-1B82-D3A8-4D732BC6CDA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6453" y="1486592"/>
            <a:ext cx="3743910" cy="1969820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A9E6C045-E960-EB05-6F22-F07B2CEC4A1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4839" y="1486592"/>
            <a:ext cx="3743910" cy="1969820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F9553C04-1C7C-5223-C051-0D405235D4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41011" y="1486592"/>
            <a:ext cx="3743910" cy="1969820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0FC539F-05CC-C9F1-5276-19EF97626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33" y="4046655"/>
            <a:ext cx="3745778" cy="2045557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b="0" dirty="0">
                <a:solidFill>
                  <a:srgbClr val="004666"/>
                </a:solidFill>
                <a:latin typeface="+mn-lt"/>
              </a:defRPr>
            </a:lvl1pPr>
            <a:lvl2pPr rtl="0">
              <a:defRPr lang="de-DE" sz="1200" b="0" dirty="0">
                <a:solidFill>
                  <a:srgbClr val="004666"/>
                </a:solidFill>
                <a:latin typeface="+mn-lt"/>
              </a:defRPr>
            </a:lvl2pPr>
            <a:lvl3pPr rtl="0">
              <a:defRPr lang="de-DE" sz="1200" b="0" dirty="0">
                <a:solidFill>
                  <a:srgbClr val="004666"/>
                </a:solidFill>
                <a:latin typeface="+mn-lt"/>
              </a:defRPr>
            </a:lvl3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33E98E-C8C3-8A5B-1AFA-EE07269D442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224578" y="4046655"/>
            <a:ext cx="3747891" cy="2045557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b="0" dirty="0">
                <a:solidFill>
                  <a:srgbClr val="004666"/>
                </a:solidFill>
                <a:latin typeface="+mn-lt"/>
              </a:defRPr>
            </a:lvl1pPr>
            <a:lvl2pPr rtl="0">
              <a:defRPr lang="de-DE" sz="1200" b="0" dirty="0">
                <a:solidFill>
                  <a:srgbClr val="004666"/>
                </a:solidFill>
                <a:latin typeface="+mn-lt"/>
              </a:defRPr>
            </a:lvl2pPr>
            <a:lvl3pPr rtl="0">
              <a:defRPr lang="de-DE" sz="1200" b="0" dirty="0">
                <a:solidFill>
                  <a:srgbClr val="004666"/>
                </a:solidFill>
                <a:latin typeface="+mn-lt"/>
              </a:defRPr>
            </a:lvl3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5ED9EC0-7CAA-C408-8CDE-53350F6852F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37029" y="4046655"/>
            <a:ext cx="3747891" cy="2045557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b="0" dirty="0">
                <a:solidFill>
                  <a:srgbClr val="004666"/>
                </a:solidFill>
                <a:latin typeface="+mn-lt"/>
              </a:defRPr>
            </a:lvl1pPr>
            <a:lvl2pPr rtl="0">
              <a:defRPr lang="de-DE" sz="1200" b="0" dirty="0">
                <a:solidFill>
                  <a:srgbClr val="004666"/>
                </a:solidFill>
                <a:latin typeface="+mn-lt"/>
              </a:defRPr>
            </a:lvl2pPr>
            <a:lvl3pPr rtl="0">
              <a:defRPr lang="de-DE" sz="1200" b="0" dirty="0">
                <a:solidFill>
                  <a:srgbClr val="004666"/>
                </a:solidFill>
                <a:latin typeface="+mn-lt"/>
              </a:defRPr>
            </a:lvl3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24E89917-7580-6260-A684-2D4E4A7058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014" y="3646591"/>
            <a:ext cx="3747891" cy="204959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600" b="1" kern="1200" dirty="0" smtClean="0">
                <a:solidFill>
                  <a:srgbClr val="004666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BE331CE6-8E00-D396-10E5-4FBFED253C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28529" y="3650815"/>
            <a:ext cx="3747891" cy="204959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600" b="1" kern="1200" dirty="0" smtClean="0">
                <a:solidFill>
                  <a:srgbClr val="004666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5503D610-CC1A-0E3C-55AA-412E72686C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9004" y="3650815"/>
            <a:ext cx="3747891" cy="204959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91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600" b="1" kern="1200" dirty="0" smtClean="0">
                <a:solidFill>
                  <a:srgbClr val="004666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79" lvl="0" indent="-285779"/>
            <a:r>
              <a:rPr lang="de-DE"/>
              <a:t>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6863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_total_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2818678-2BB6-3988-76A0-80844E9A7E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42597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818678-2BB6-3988-76A0-80844E9A7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A913220-B7AA-087F-C247-49A6C84133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6861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44A85-07D6-5FCC-E661-0541B174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FCAB1F-12D3-D982-912E-54DED10F6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0EE191-09E2-3E12-FFA6-4A985D99A4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7DBAA90-6F20-469A-9F4C-8B341615696C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BE3ACB-16F3-211B-6FC5-605130B7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33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E546A47B-3492-9E62-CCA0-6369AA700C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8506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46A47B-3492-9E62-CCA0-6369AA700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3" y="408189"/>
            <a:ext cx="8929101" cy="847573"/>
          </a:xfrm>
        </p:spPr>
        <p:txBody>
          <a:bodyPr vert="horz" lIns="0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9D3025B9-996B-4D52-B145-8DC863B7DAAC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DE9A6ADA-D98D-1393-2FA5-E8A707D18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6746" y="2484000"/>
            <a:ext cx="271643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0" name="Textplatzhalter 31">
            <a:extLst>
              <a:ext uri="{FF2B5EF4-FFF2-40B4-BE49-F238E27FC236}">
                <a16:creationId xmlns:a16="http://schemas.microsoft.com/office/drawing/2014/main" id="{A3E8EB57-D49F-0F5E-2BCC-58C477A7DF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2050633" y="3298766"/>
            <a:ext cx="1093833" cy="830646"/>
          </a:xfrm>
        </p:spPr>
        <p:txBody>
          <a:bodyPr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66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21" name="Textplatzhalter 22">
            <a:extLst>
              <a:ext uri="{FF2B5EF4-FFF2-40B4-BE49-F238E27FC236}">
                <a16:creationId xmlns:a16="http://schemas.microsoft.com/office/drawing/2014/main" id="{15913C35-7A09-F50C-6A5E-6BD2F6F9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6746" y="4280294"/>
            <a:ext cx="271643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8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3377F009-4141-27B1-5D6F-3DC2282772E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287538" y="2484000"/>
            <a:ext cx="271643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A0D2E61E-91C9-18A6-E78F-27ED70BE4B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68330" y="2484000"/>
            <a:ext cx="271643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1B3F719B-EB90-EB67-7174-46E1F190104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9049122" y="2484000"/>
            <a:ext cx="271643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5" name="Textplatzhalter 22">
            <a:extLst>
              <a:ext uri="{FF2B5EF4-FFF2-40B4-BE49-F238E27FC236}">
                <a16:creationId xmlns:a16="http://schemas.microsoft.com/office/drawing/2014/main" id="{A85D7132-CAF7-1C0D-50D6-91CD8096C7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87538" y="4280294"/>
            <a:ext cx="271643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8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>
            <a:extLst>
              <a:ext uri="{FF2B5EF4-FFF2-40B4-BE49-F238E27FC236}">
                <a16:creationId xmlns:a16="http://schemas.microsoft.com/office/drawing/2014/main" id="{5519ECD0-CFAE-8B68-F77C-4E2206B8F8D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68330" y="4280294"/>
            <a:ext cx="271643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8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7" name="Textplatzhalter 22">
            <a:extLst>
              <a:ext uri="{FF2B5EF4-FFF2-40B4-BE49-F238E27FC236}">
                <a16:creationId xmlns:a16="http://schemas.microsoft.com/office/drawing/2014/main" id="{204A573A-B15A-B49F-B22F-126FC6EDC0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49122" y="4280294"/>
            <a:ext cx="271643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8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31">
            <a:extLst>
              <a:ext uri="{FF2B5EF4-FFF2-40B4-BE49-F238E27FC236}">
                <a16:creationId xmlns:a16="http://schemas.microsoft.com/office/drawing/2014/main" id="{E6D57CF1-7CEF-597C-4485-9E6AA88111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920233" y="3298766"/>
            <a:ext cx="1104553" cy="830646"/>
          </a:xfrm>
        </p:spPr>
        <p:txBody>
          <a:bodyPr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66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29" name="Textplatzhalter 31">
            <a:extLst>
              <a:ext uri="{FF2B5EF4-FFF2-40B4-BE49-F238E27FC236}">
                <a16:creationId xmlns:a16="http://schemas.microsoft.com/office/drawing/2014/main" id="{6100ABA9-6B90-D1E5-C04D-BE9904C78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7804742" y="3298766"/>
            <a:ext cx="1100364" cy="830646"/>
          </a:xfrm>
        </p:spPr>
        <p:txBody>
          <a:bodyPr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66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30" name="Textplatzhalter 31">
            <a:extLst>
              <a:ext uri="{FF2B5EF4-FFF2-40B4-BE49-F238E27FC236}">
                <a16:creationId xmlns:a16="http://schemas.microsoft.com/office/drawing/2014/main" id="{E040CD56-4F65-B9AE-CDDC-C7E199AAB2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10674952" y="3298766"/>
            <a:ext cx="1110474" cy="830646"/>
          </a:xfrm>
        </p:spPr>
        <p:txBody>
          <a:bodyPr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66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36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Agend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ADCC2D2-AA39-645C-C0F4-1ED11CFBF2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840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DCC2D2-AA39-645C-C0F4-1ED11CFBF2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F6386E-BEB6-47B3-8FD9-AF57C4AB6637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>
            <a:lvl1pPr rtl="0">
              <a:defRPr/>
            </a:lvl1pPr>
          </a:lstStyle>
          <a:p>
            <a:fld id="{B9646C56-FF6D-4717-A337-776DF32FB311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CF0C3EB-B5A9-425C-834B-3A02F0D34224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6C5C12-4061-893C-A07A-D1B3915A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3" y="408189"/>
            <a:ext cx="8497053" cy="847573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B835A1FD-B638-78E6-5EBE-20892F4700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9126" y="6652056"/>
            <a:ext cx="4115336" cy="90531"/>
          </a:xfrm>
        </p:spPr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D4F4C8DE-60C7-29C2-0396-D571CAE509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4813" y="2484000"/>
            <a:ext cx="219600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86A56594-7C2B-DE49-DE93-BECD3E30DE1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700966" y="2484000"/>
            <a:ext cx="219600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10643B4C-9587-1E67-655F-BB92F358C32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997119" y="2484000"/>
            <a:ext cx="219600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CB5C663-14F4-979C-0992-4745ACE3C04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93272" y="2484000"/>
            <a:ext cx="219600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9B98441E-24BA-362F-D002-105C1C9E019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589426" y="2484000"/>
            <a:ext cx="2196000" cy="1645411"/>
          </a:xfr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3" name="Textplatzhalter 31">
            <a:extLst>
              <a:ext uri="{FF2B5EF4-FFF2-40B4-BE49-F238E27FC236}">
                <a16:creationId xmlns:a16="http://schemas.microsoft.com/office/drawing/2014/main" id="{938F2E65-2A71-8C04-65AC-3ADA6C8602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747009" y="3449648"/>
            <a:ext cx="853804" cy="679764"/>
          </a:xfrm>
        </p:spPr>
        <p:txBody>
          <a:bodyPr wrap="none" lIns="0"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54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14" name="Textplatzhalter 22">
            <a:extLst>
              <a:ext uri="{FF2B5EF4-FFF2-40B4-BE49-F238E27FC236}">
                <a16:creationId xmlns:a16="http://schemas.microsoft.com/office/drawing/2014/main" id="{E73DCA86-2891-499C-7F80-1E7CD5CA8A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6400" y="4280294"/>
            <a:ext cx="219600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6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Textplatzhalter 22">
            <a:extLst>
              <a:ext uri="{FF2B5EF4-FFF2-40B4-BE49-F238E27FC236}">
                <a16:creationId xmlns:a16="http://schemas.microsoft.com/office/drawing/2014/main" id="{BD5D46D9-6FFD-926D-B593-5B47E00410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702156" y="4280294"/>
            <a:ext cx="219600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6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6" name="Textplatzhalter 22">
            <a:extLst>
              <a:ext uri="{FF2B5EF4-FFF2-40B4-BE49-F238E27FC236}">
                <a16:creationId xmlns:a16="http://schemas.microsoft.com/office/drawing/2014/main" id="{5CE20874-29FA-5787-761C-D185C318DD4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97912" y="4280294"/>
            <a:ext cx="219600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6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Textplatzhalter 22">
            <a:extLst>
              <a:ext uri="{FF2B5EF4-FFF2-40B4-BE49-F238E27FC236}">
                <a16:creationId xmlns:a16="http://schemas.microsoft.com/office/drawing/2014/main" id="{1F2B15C2-BEC9-0DA3-0797-D24375B1634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293668" y="4280294"/>
            <a:ext cx="219600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6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Textplatzhalter 22">
            <a:extLst>
              <a:ext uri="{FF2B5EF4-FFF2-40B4-BE49-F238E27FC236}">
                <a16:creationId xmlns:a16="http://schemas.microsoft.com/office/drawing/2014/main" id="{4223E197-E9F8-105C-9613-E79E8AE7D58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89426" y="4280293"/>
            <a:ext cx="2196000" cy="554293"/>
          </a:xfrm>
        </p:spPr>
        <p:txBody>
          <a:bodyPr rIns="180000"/>
          <a:lstStyle>
            <a:lvl1pPr marL="0" indent="0" algn="l" defTabSz="914491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de-DE" sz="1600" kern="1200" dirty="0" smtClean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180013" indent="0" rtl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rgbClr val="004666"/>
                </a:solidFill>
                <a:latin typeface="+mn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9" name="Textplatzhalter 31">
            <a:extLst>
              <a:ext uri="{FF2B5EF4-FFF2-40B4-BE49-F238E27FC236}">
                <a16:creationId xmlns:a16="http://schemas.microsoft.com/office/drawing/2014/main" id="{3C8779AA-A033-964A-814B-499FC03CD1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043162" y="3449648"/>
            <a:ext cx="853804" cy="679764"/>
          </a:xfrm>
        </p:spPr>
        <p:txBody>
          <a:bodyPr wrap="none" lIns="0"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54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20" name="Textplatzhalter 31">
            <a:extLst>
              <a:ext uri="{FF2B5EF4-FFF2-40B4-BE49-F238E27FC236}">
                <a16:creationId xmlns:a16="http://schemas.microsoft.com/office/drawing/2014/main" id="{BD7A976F-70CD-1006-0EA1-CB8A8AAEF9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6312818" y="3449648"/>
            <a:ext cx="853804" cy="679764"/>
          </a:xfrm>
        </p:spPr>
        <p:txBody>
          <a:bodyPr wrap="none" lIns="0"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54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21" name="Textplatzhalter 31">
            <a:extLst>
              <a:ext uri="{FF2B5EF4-FFF2-40B4-BE49-F238E27FC236}">
                <a16:creationId xmlns:a16="http://schemas.microsoft.com/office/drawing/2014/main" id="{4E0777B3-673B-1DDE-0DDF-6F2E2A779A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8617074" y="3449648"/>
            <a:ext cx="853804" cy="679764"/>
          </a:xfrm>
        </p:spPr>
        <p:txBody>
          <a:bodyPr wrap="none" lIns="0"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54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  <p:sp>
        <p:nvSpPr>
          <p:cNvPr id="22" name="Textplatzhalter 31">
            <a:extLst>
              <a:ext uri="{FF2B5EF4-FFF2-40B4-BE49-F238E27FC236}">
                <a16:creationId xmlns:a16="http://schemas.microsoft.com/office/drawing/2014/main" id="{F7CF22CD-CBCD-6D47-5659-8388D2ACEDD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0921330" y="3449648"/>
            <a:ext cx="853804" cy="679764"/>
          </a:xfrm>
        </p:spPr>
        <p:txBody>
          <a:bodyPr wrap="none" lIns="0" rIns="108000"/>
          <a:lstStyle>
            <a:lvl1pPr marL="0" indent="0" algn="r" defTabSz="914491" rtl="0" eaLnBrk="1" latinLnBrk="0" hangingPunct="1">
              <a:lnSpc>
                <a:spcPct val="110000"/>
              </a:lnSpc>
              <a:spcAft>
                <a:spcPts val="450"/>
              </a:spcAft>
              <a:buNone/>
              <a:defRPr lang="de-DE" sz="5401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Nr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09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Title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6671855-3B3D-4595-9218-8A3D4B8105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6424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671855-3B3D-4595-9218-8A3D4B810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Bildplatzhalter 183">
            <a:extLst>
              <a:ext uri="{FF2B5EF4-FFF2-40B4-BE49-F238E27FC236}">
                <a16:creationId xmlns:a16="http://schemas.microsoft.com/office/drawing/2014/main" id="{737BF053-C80E-44EE-9ADA-C0BD97C21F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1"/>
            <a:ext cx="12194788" cy="6874244"/>
          </a:xfrm>
          <a:custGeom>
            <a:avLst/>
            <a:gdLst>
              <a:gd name="connsiteX0" fmla="*/ 0 w 12193200"/>
              <a:gd name="connsiteY0" fmla="*/ 0 h 6858000"/>
              <a:gd name="connsiteX1" fmla="*/ 9476660 w 12193200"/>
              <a:gd name="connsiteY1" fmla="*/ 0 h 6858000"/>
              <a:gd name="connsiteX2" fmla="*/ 9476660 w 12193200"/>
              <a:gd name="connsiteY2" fmla="*/ 907200 h 6858000"/>
              <a:gd name="connsiteX3" fmla="*/ 11787188 w 12193200"/>
              <a:gd name="connsiteY3" fmla="*/ 907200 h 6858000"/>
              <a:gd name="connsiteX4" fmla="*/ 11787188 w 12193200"/>
              <a:gd name="connsiteY4" fmla="*/ 0 h 6858000"/>
              <a:gd name="connsiteX5" fmla="*/ 12193200 w 12193200"/>
              <a:gd name="connsiteY5" fmla="*/ 0 h 6858000"/>
              <a:gd name="connsiteX6" fmla="*/ 12193200 w 12193200"/>
              <a:gd name="connsiteY6" fmla="*/ 6858000 h 6858000"/>
              <a:gd name="connsiteX7" fmla="*/ 0 w 121932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3200" h="6858000">
                <a:moveTo>
                  <a:pt x="0" y="0"/>
                </a:moveTo>
                <a:lnTo>
                  <a:pt x="9476660" y="0"/>
                </a:lnTo>
                <a:lnTo>
                  <a:pt x="9476660" y="907200"/>
                </a:lnTo>
                <a:lnTo>
                  <a:pt x="11787188" y="907200"/>
                </a:lnTo>
                <a:lnTo>
                  <a:pt x="11787188" y="0"/>
                </a:lnTo>
                <a:lnTo>
                  <a:pt x="12193200" y="0"/>
                </a:lnTo>
                <a:lnTo>
                  <a:pt x="12193200" y="6858000"/>
                </a:lnTo>
                <a:lnTo>
                  <a:pt x="0" y="6858000"/>
                </a:lnTo>
                <a:close/>
              </a:path>
            </a:pathLst>
          </a:custGeo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vert="horz" lIns="0" tIns="0" rIns="0" bIns="0" rtlCol="0" anchor="ctr">
            <a:noAutofit/>
          </a:bodyPr>
          <a:lstStyle>
            <a:lvl1pPr rtl="0">
              <a:defRPr lang="de-DE" dirty="0"/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de-DE"/>
              <a:t>Fügen Sie über das Icon ein Bild </a:t>
            </a:r>
            <a:br>
              <a:rPr lang="de-DE"/>
            </a:br>
            <a:r>
              <a:rPr lang="de-DE"/>
              <a:t>ein und legen den Platzhalter </a:t>
            </a:r>
            <a:br>
              <a:rPr lang="de-DE"/>
            </a:br>
            <a:r>
              <a:rPr lang="de-DE"/>
              <a:t>anschließend in den Hintergrund.</a:t>
            </a:r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8E50E72A-D94D-4742-B222-12F7A6C833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6459" y="5731414"/>
            <a:ext cx="7905504" cy="525292"/>
          </a:xfrm>
        </p:spPr>
        <p:txBody>
          <a:bodyPr lIns="216000"/>
          <a:lstStyle>
            <a:lvl1pPr marL="0" indent="0" rtl="0">
              <a:buNone/>
              <a:defRPr sz="1400">
                <a:solidFill>
                  <a:schemeClr val="bg1"/>
                </a:solidFill>
                <a:latin typeface="VWAG TheSans Light" panose="020B0302050302020203" pitchFamily="34" charset="0"/>
              </a:defRPr>
            </a:lvl1pPr>
          </a:lstStyle>
          <a:p>
            <a:pPr lvl="0"/>
            <a:r>
              <a:rPr lang="de-DE"/>
              <a:t>Datum | Geheimnisklasse: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06453" y="3880023"/>
            <a:ext cx="7905510" cy="1338197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216000" tIns="108000" rIns="144000" bIns="144000" anchor="b" anchorCtr="0">
            <a:spAutoFit/>
          </a:bodyPr>
          <a:lstStyle>
            <a:lvl1pPr algn="l" rtl="0">
              <a:lnSpc>
                <a:spcPct val="120000"/>
              </a:lnSpc>
              <a:defRPr sz="3000">
                <a:solidFill>
                  <a:schemeClr val="accent5"/>
                </a:solidFill>
              </a:defRPr>
            </a:lvl1pPr>
          </a:lstStyle>
          <a:p>
            <a:r>
              <a:rPr lang="de-DE"/>
              <a:t>Titel mit Bildmotiv</a:t>
            </a:r>
            <a:br>
              <a:rPr lang="de-DE"/>
            </a:br>
            <a:r>
              <a:rPr lang="de-DE"/>
              <a:t>in VWAG </a:t>
            </a:r>
            <a:r>
              <a:rPr lang="de-DE" err="1"/>
              <a:t>TheSans</a:t>
            </a:r>
            <a:r>
              <a:rPr lang="de-DE"/>
              <a:t>, 30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6453" y="5275398"/>
            <a:ext cx="7905510" cy="398837"/>
          </a:xfrm>
        </p:spPr>
        <p:txBody>
          <a:bodyPr lIns="216000"/>
          <a:lstStyle>
            <a:lvl1pPr marL="0" indent="0" algn="l" defTabSz="91446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451"/>
              </a:spcAft>
              <a:buFont typeface="Arial" panose="020B0604020202020204" pitchFamily="34" charset="0"/>
              <a:buNone/>
              <a:defRPr lang="de-DE" sz="1400" b="0" kern="0" cap="all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35" indent="0" algn="ctr">
              <a:buNone/>
              <a:defRPr sz="2000"/>
            </a:lvl2pPr>
            <a:lvl3pPr marL="914468" indent="0" algn="ctr">
              <a:buNone/>
              <a:defRPr sz="1800"/>
            </a:lvl3pPr>
            <a:lvl4pPr marL="1371703" indent="0" algn="ctr">
              <a:buNone/>
              <a:defRPr sz="1600"/>
            </a:lvl4pPr>
            <a:lvl5pPr marL="1828937" indent="0" algn="ctr">
              <a:buNone/>
              <a:defRPr sz="1600"/>
            </a:lvl5pPr>
            <a:lvl6pPr marL="2286172" indent="0" algn="ctr">
              <a:buNone/>
              <a:defRPr sz="1600"/>
            </a:lvl6pPr>
            <a:lvl7pPr marL="2743405" indent="0" algn="ctr">
              <a:buNone/>
              <a:defRPr sz="1600"/>
            </a:lvl7pPr>
            <a:lvl8pPr marL="3200640" indent="0" algn="ctr">
              <a:buNone/>
              <a:defRPr sz="1600"/>
            </a:lvl8pPr>
            <a:lvl9pPr marL="3657875" indent="0" algn="ctr">
              <a:buNone/>
              <a:defRPr sz="1600"/>
            </a:lvl9pPr>
          </a:lstStyle>
          <a:p>
            <a:r>
              <a:rPr lang="de-DE"/>
              <a:t>Abteilung in VWAG </a:t>
            </a:r>
            <a:r>
              <a:rPr lang="de-DE" err="1"/>
              <a:t>TheSans</a:t>
            </a:r>
            <a:r>
              <a:rPr lang="de-DE"/>
              <a:t> 20 </a:t>
            </a:r>
            <a:r>
              <a:rPr lang="de-DE" err="1"/>
              <a:t>pt</a:t>
            </a:r>
            <a:endParaRPr lang="de-DE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8EC55898-A196-4277-86C2-4EE069BDF4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44962" y="69352"/>
            <a:ext cx="1957999" cy="738730"/>
          </a:xfrm>
          <a:prstGeom prst="rect">
            <a:avLst/>
          </a:prstGeom>
        </p:spPr>
      </p:pic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128D7F04-FF93-4D2D-A389-DE8A23C95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07766" y="6651222"/>
            <a:ext cx="6578057" cy="90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lang="de-DE"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C8C23C-D32B-4D26-A15F-591CBF3A72F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B55893F-0FD1-4F7B-85E1-F885D0D7E26C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35C40D-2346-4202-96B3-AF87635118F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22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hapter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ED14313-47C0-8AAF-7973-D88A0ECBF9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31980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D14313-47C0-8AAF-7973-D88A0ECBF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3">
            <a:extLst>
              <a:ext uri="{FF2B5EF4-FFF2-40B4-BE49-F238E27FC236}">
                <a16:creationId xmlns:a16="http://schemas.microsoft.com/office/drawing/2014/main" id="{7C40A5A3-EF09-46E0-8577-AC519B440D8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3588" cy="68611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6453" y="4785487"/>
            <a:ext cx="7905510" cy="48820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vert="horz" lIns="252000" tIns="72000" anchor="b" anchorCtr="0">
            <a:spAutoFit/>
          </a:bodyPr>
          <a:lstStyle>
            <a:lvl1pPr rtl="0">
              <a:defRPr lang="de-DE" sz="2400" b="0" dirty="0"/>
            </a:lvl1pPr>
          </a:lstStyle>
          <a:p>
            <a:pPr marL="0" lvl="0"/>
            <a:r>
              <a:rPr lang="de-DE" err="1"/>
              <a:t>Kapiteltrenner</a:t>
            </a:r>
            <a:r>
              <a:rPr lang="de-DE"/>
              <a:t> in VWAG </a:t>
            </a:r>
            <a:r>
              <a:rPr lang="de-DE" err="1"/>
              <a:t>TheSans</a:t>
            </a:r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BB6438AF-6B1F-4C0C-9922-5E15420B73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3409" y="6650734"/>
            <a:ext cx="295314" cy="9053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0525E19-98B0-4363-AE75-E757B2EA005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06453" y="6650740"/>
            <a:ext cx="790036" cy="90531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E2272AF-C4FE-4B68-A95B-AFAAF2D6729A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866A3E-B795-4F14-A0D6-F441B04A77E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A-OC  |  KSU-Klasse: 0.2 – 4 Jahre  |  Volkswagen Group Services GmbH  |  PUBLIC</a:t>
            </a:r>
          </a:p>
        </p:txBody>
      </p:sp>
    </p:spTree>
    <p:extLst>
      <p:ext uri="{BB962C8B-B14F-4D97-AF65-F5344CB8AC3E}">
        <p14:creationId xmlns:p14="http://schemas.microsoft.com/office/powerpoint/2010/main" val="77234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s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0432D7E1-B346-73FE-3186-F6187340F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86470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32D7E1-B346-73FE-3186-F6187340F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EE621E8F-32B9-443C-AAD1-0212317EE5F4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CA0F9213-08F4-B8CC-430D-FC5D5B13E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4813" y="1504485"/>
            <a:ext cx="2141537" cy="292464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B881EAFF-C81E-7AC8-A58D-8766D8A80E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819" y="1504950"/>
            <a:ext cx="2143125" cy="2924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30">
            <a:extLst>
              <a:ext uri="{FF2B5EF4-FFF2-40B4-BE49-F238E27FC236}">
                <a16:creationId xmlns:a16="http://schemas.microsoft.com/office/drawing/2014/main" id="{272EC063-C806-3DF5-00E9-41630F4D88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24413" y="1504487"/>
            <a:ext cx="2143125" cy="2924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30">
            <a:extLst>
              <a:ext uri="{FF2B5EF4-FFF2-40B4-BE49-F238E27FC236}">
                <a16:creationId xmlns:a16="http://schemas.microsoft.com/office/drawing/2014/main" id="{4BBAB3B3-3D85-981B-24DB-8870699D90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35007" y="1504486"/>
            <a:ext cx="2143125" cy="2924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30">
            <a:extLst>
              <a:ext uri="{FF2B5EF4-FFF2-40B4-BE49-F238E27FC236}">
                <a16:creationId xmlns:a16="http://schemas.microsoft.com/office/drawing/2014/main" id="{949ECD5A-4B99-47A2-0769-4AA6456C5B7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45600" y="1514524"/>
            <a:ext cx="2143125" cy="2924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59706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ac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0B8CF32A-6964-50E7-88E8-4162FF9796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9065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8CF32A-6964-50E7-88E8-4162FF9796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3E00291-6A47-D8B5-F333-3AF2FC27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>
                <a:solidFill>
                  <a:srgbClr val="004666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C32603-0AC4-34D4-B4A5-B7003FD924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25935-8FBC-A2BE-F73D-5B43C8D2900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39CDC456-9512-4727-AB64-7B252BB540A8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834A0F-B1AA-23E8-A922-7BC30B21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5E625C-3602-A7AD-6033-DE0F8393C7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06453" y="4124934"/>
            <a:ext cx="2953134" cy="1995361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sz="1399" b="0" smtClean="0">
                <a:solidFill>
                  <a:schemeClr val="accent5"/>
                </a:solidFill>
              </a:defRPr>
            </a:lvl1pPr>
            <a:lvl2pPr rtl="0">
              <a:defRPr lang="de-DE" sz="1399" b="0" smtClean="0">
                <a:solidFill>
                  <a:schemeClr val="accent5"/>
                </a:solidFill>
              </a:defRPr>
            </a:lvl2pPr>
            <a:lvl3pPr rtl="0">
              <a:defRPr lang="de-DE" sz="1399" b="0" smtClean="0">
                <a:solidFill>
                  <a:schemeClr val="accent5"/>
                </a:solidFill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ED3029-C58D-78BB-5BFE-CBA96435CD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453" y="3728947"/>
            <a:ext cx="2953371" cy="20480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297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599" b="1" kern="1200" dirty="0" smtClean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17" lvl="0" indent="-285717"/>
            <a:r>
              <a:rPr lang="de-DE"/>
              <a:t>Titelformat bearbeiten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C3F8B530-52E9-3EB2-1337-FD9F742876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55869" y="4124934"/>
            <a:ext cx="2953134" cy="1995361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sz="1399" b="0" smtClean="0">
                <a:solidFill>
                  <a:schemeClr val="accent5"/>
                </a:solidFill>
              </a:defRPr>
            </a:lvl1pPr>
            <a:lvl2pPr rtl="0">
              <a:defRPr lang="de-DE" sz="1399" b="0" smtClean="0">
                <a:solidFill>
                  <a:schemeClr val="accent5"/>
                </a:solidFill>
              </a:defRPr>
            </a:lvl2pPr>
            <a:lvl3pPr rtl="0">
              <a:defRPr lang="de-DE" sz="1399" b="0" smtClean="0">
                <a:solidFill>
                  <a:schemeClr val="accent5"/>
                </a:solidFill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BF25A445-C572-19D4-2FDA-608DABFFEC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55867" y="3728947"/>
            <a:ext cx="2953371" cy="20480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297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599" b="1" kern="1200" dirty="0" smtClean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17" lvl="0" indent="-285717"/>
            <a:r>
              <a:rPr lang="de-DE"/>
              <a:t>Titelformat bearbeiten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2308EC42-CFD9-8C1E-5A15-9D1FEEF698A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05519" y="4124934"/>
            <a:ext cx="2953134" cy="1995361"/>
          </a:xfrm>
        </p:spPr>
        <p:txBody>
          <a:bodyPr vert="horz" lIns="0" tIns="0" rIns="0" bIns="0" rtlCol="0">
            <a:noAutofit/>
          </a:bodyPr>
          <a:lstStyle>
            <a:lvl1pPr rtl="0">
              <a:defRPr lang="de-DE" sz="1399" b="0" smtClean="0">
                <a:solidFill>
                  <a:schemeClr val="accent5"/>
                </a:solidFill>
              </a:defRPr>
            </a:lvl1pPr>
            <a:lvl2pPr rtl="0">
              <a:defRPr lang="de-DE" sz="1399" b="0" smtClean="0">
                <a:solidFill>
                  <a:schemeClr val="accent5"/>
                </a:solidFill>
              </a:defRPr>
            </a:lvl2pPr>
            <a:lvl3pPr rtl="0">
              <a:defRPr lang="de-DE" sz="1399" b="0" smtClean="0">
                <a:solidFill>
                  <a:schemeClr val="accent5"/>
                </a:solidFill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  <a:p>
            <a:pPr marL="0" lvl="1" indent="0">
              <a:buNone/>
            </a:pPr>
            <a:r>
              <a:rPr lang="de-DE"/>
              <a:t>Zweite Ebene</a:t>
            </a:r>
          </a:p>
          <a:p>
            <a:pPr marL="0" lvl="2" indent="0">
              <a:buNone/>
            </a:pPr>
            <a:r>
              <a:rPr lang="de-DE"/>
              <a:t>Dritte Ebene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C831CF7E-E85C-92BB-CC23-366AA90D89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518" y="3728947"/>
            <a:ext cx="2953371" cy="204800"/>
          </a:xfr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297" rtl="0" eaLnBrk="1" latinLnBrk="0" hangingPunct="1">
              <a:lnSpc>
                <a:spcPts val="1500"/>
              </a:lnSpc>
              <a:spcAft>
                <a:spcPts val="0"/>
              </a:spcAft>
              <a:buNone/>
              <a:defRPr lang="de-DE" sz="1599" b="1" kern="1200" dirty="0" smtClean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2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2pPr>
            <a:lvl3pPr>
              <a:defRPr lang="de-DE" sz="1200" b="0" smtClean="0">
                <a:solidFill>
                  <a:schemeClr val="accent5"/>
                </a:solidFill>
                <a:latin typeface="VWAG TheSans Light" panose="020B0302050302020203" pitchFamily="34" charset="0"/>
              </a:defRPr>
            </a:lvl3pPr>
            <a:lvl4pPr>
              <a:defRPr lang="de-DE" smtClean="0"/>
            </a:lvl4pPr>
            <a:lvl5pPr>
              <a:defRPr lang="en-GB"/>
            </a:lvl5pPr>
          </a:lstStyle>
          <a:p>
            <a:pPr marL="285717" lvl="0" indent="-285717"/>
            <a:r>
              <a:rPr lang="de-DE"/>
              <a:t>Titelformat bearbeiten</a:t>
            </a:r>
          </a:p>
        </p:txBody>
      </p: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3B8B7B4F-C019-5757-5E86-5E599CF17A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6452" y="1553537"/>
            <a:ext cx="1969200" cy="1969411"/>
          </a:xfrm>
          <a:prstGeom prst="ellipse">
            <a:avLst/>
          </a:prstGeo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8F1DBBF-D321-4CF7-15A5-980A162ABED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55866" y="1553537"/>
            <a:ext cx="1969200" cy="1969411"/>
          </a:xfrm>
          <a:prstGeom prst="ellipse">
            <a:avLst/>
          </a:prstGeo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806B4F62-45E8-19AB-1890-B53531EFEE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305517" y="1553537"/>
            <a:ext cx="1969200" cy="1969411"/>
          </a:xfrm>
          <a:prstGeom prst="ellipse">
            <a:avLst/>
          </a:prstGeom>
          <a:pattFill prst="ltUpDiag">
            <a:fgClr>
              <a:srgbClr val="4C5356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335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556D3A2-D68F-DD99-151C-08D63D5159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8134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56D3A2-D68F-DD99-151C-08D63D5159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B7DE62-2729-9C68-2710-7167526B0E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54462" y="0"/>
            <a:ext cx="4051158" cy="68611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4" y="408189"/>
            <a:ext cx="7520758" cy="847573"/>
          </a:xfrm>
        </p:spPr>
        <p:txBody>
          <a:bodyPr vert="horz" l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en-US">
                <a:solidFill>
                  <a:schemeClr val="bg1"/>
                </a:solidFill>
              </a:rPr>
              <a:t>Volkswagen Group Services GmbH  | PUBLIC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B5E02A5-30AC-4CBF-A051-355D529FD201}" type="datetime1">
              <a:rPr lang="de-DE" smtClean="0"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91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1A56FED2-8A1D-37FF-5838-2F7EA8B72A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1715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56FED2-8A1D-37FF-5838-2F7EA8B72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835F6FB-3886-A7FD-B464-9FDE4967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A7ACFD-1D42-1665-6E9C-96C358457C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834A8-4F91-8ECB-1F13-3856DEF0574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E126F72B-7B6D-4DA9-A8E5-B24FAE468C48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F4E056-410F-ED4B-74D2-9FF05F75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958EFFA-E504-85D2-A8FE-C0D15B218F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995658" y="4077845"/>
            <a:ext cx="2586872" cy="1416856"/>
          </a:xfrm>
          <a:prstGeom prst="rect">
            <a:avLst/>
          </a:prstGeom>
        </p:spPr>
        <p:txBody>
          <a:bodyPr lIns="14400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815878-CFF4-4E51-D8AF-A4C92B2E7E3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04608" y="1864813"/>
            <a:ext cx="2586872" cy="1533905"/>
          </a:xfrm>
          <a:prstGeom prst="rect">
            <a:avLst/>
          </a:prstGeom>
        </p:spPr>
        <p:txBody>
          <a:bodyPr lIns="144000" rIns="0" anchor="t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DB8EA2B9-6F8B-C3BD-1601-BCC0F0651F2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542655" y="4077845"/>
            <a:ext cx="2586872" cy="1416856"/>
          </a:xfrm>
          <a:prstGeom prst="rect">
            <a:avLst/>
          </a:prstGeom>
        </p:spPr>
        <p:txBody>
          <a:bodyPr lIns="14400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EB2FF520-657A-CC8D-6B56-2F59CF8ACAE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94904" y="1864813"/>
            <a:ext cx="2586872" cy="1533905"/>
          </a:xfrm>
          <a:prstGeom prst="rect">
            <a:avLst/>
          </a:prstGeom>
        </p:spPr>
        <p:txBody>
          <a:bodyPr lIns="144000" rIns="0" anchor="t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96342294-E351-BF8B-5297-7E3DB8E2AC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1007" y="1864813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C3204DCD-8A5E-FC07-217E-A83037B6D0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93103" y="1864813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0AE2E53-7C8E-1103-AED1-B2A919BD29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96116" y="3693867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C933660F-2931-9EE0-DE36-138736544B9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44911" y="3693867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D09EDE51-9A2D-5574-3024-518E31BB3DC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9650" y="4077845"/>
            <a:ext cx="2586872" cy="1416856"/>
          </a:xfrm>
          <a:prstGeom prst="rect">
            <a:avLst/>
          </a:prstGeom>
        </p:spPr>
        <p:txBody>
          <a:bodyPr lIns="14400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341B3302-0AEA-3144-1060-ACE7576C816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985199" y="1864813"/>
            <a:ext cx="2586872" cy="1533905"/>
          </a:xfrm>
          <a:prstGeom prst="rect">
            <a:avLst/>
          </a:prstGeom>
        </p:spPr>
        <p:txBody>
          <a:bodyPr lIns="144000" rIns="0" anchor="t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1400" kern="1200" dirty="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D6D171A0-E279-5135-403B-BB5825D9E6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85198" y="1864813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232C4E7E-93AA-30FF-9043-576D6252CB5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93706" y="3693867"/>
            <a:ext cx="7201" cy="1800833"/>
          </a:xfrm>
          <a:prstGeom prst="rect">
            <a:avLst/>
          </a:prstGeom>
          <a:solidFill>
            <a:schemeClr val="accent1"/>
          </a:solidFill>
          <a:ln>
            <a:solidFill>
              <a:srgbClr val="004666"/>
            </a:solidFill>
          </a:ln>
        </p:spPr>
        <p:txBody>
          <a:bodyPr lIns="0" rIns="0" anchor="b" anchorCtr="0"/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lang="de-DE" sz="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 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DA40361-406B-3162-3B0F-D18C8636664A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40070" y="3550020"/>
            <a:ext cx="11651931" cy="254123"/>
            <a:chOff x="539999" y="3555997"/>
            <a:chExt cx="11650414" cy="2540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0577655-84B1-F568-E4CD-9C0AEBB28F18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540458" y="3683000"/>
              <a:ext cx="11649955" cy="0"/>
            </a:xfrm>
            <a:prstGeom prst="line">
              <a:avLst/>
            </a:prstGeom>
            <a:ln w="31750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36428921-C5FB-1199-1858-116183EF520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9999" y="3555997"/>
              <a:ext cx="0" cy="254005"/>
            </a:xfrm>
            <a:prstGeom prst="line">
              <a:avLst/>
            </a:prstGeom>
            <a:ln w="31750">
              <a:solidFill>
                <a:schemeClr val="accent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070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el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D05FE39-3DF6-133A-91E0-A5D71B833A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8343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3" progId="TCLayout.ActiveDocument.1">
                  <p:embed/>
                </p:oleObj>
              </mc:Choice>
              <mc:Fallback>
                <p:oleObj name="think-cell Folie" r:id="rId3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05FE39-3DF6-133A-91E0-A5D71B833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E908B6C-84E9-C49F-98D2-59EDCDC5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87B0DB-1531-C088-7D96-47180B00B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FD790-9FB7-F787-755C-03E701EE46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90180E4-FB59-4F1F-B78A-BB437CE8E940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A7C2AE-51F2-753E-9655-329CA0EE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73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4251170661"/>
              </p:ext>
            </p:extLst>
          </p:nvPr>
        </p:nvGraphicFramePr>
        <p:xfrm>
          <a:off x="1590" y="1589"/>
          <a:ext cx="1588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592" imgH="591" progId="TCLayout.ActiveDocument.1">
                  <p:embed/>
                </p:oleObj>
              </mc:Choice>
              <mc:Fallback>
                <p:oleObj name="think-cell Folie" r:id="rId22" imgW="592" imgH="591" progId="TCLayout.ActiveDocument.1">
                  <p:embed/>
                  <p:pic>
                    <p:nvPicPr>
                      <p:cNvPr id="7" name="Objekt 6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21"/>
            </p:custDataLst>
          </p:nvPr>
        </p:nvSpPr>
        <p:spPr>
          <a:xfrm>
            <a:off x="2" y="1"/>
            <a:ext cx="158771" cy="158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de-DE" sz="1350" b="1" i="0" baseline="0">
              <a:latin typeface="VWAG TheSans" panose="020B0502050302020203" pitchFamily="34" charset="0"/>
              <a:ea typeface="+mj-ea"/>
              <a:cs typeface="+mj-cs"/>
              <a:sym typeface="VWAG TheSans" panose="020B0502050302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983" y="1513796"/>
            <a:ext cx="11382270" cy="52322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C4D7C2-66CC-27A0-74BC-5414792B8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9126" y="6652056"/>
            <a:ext cx="4115336" cy="90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600">
                <a:solidFill>
                  <a:srgbClr val="004666"/>
                </a:solidFill>
              </a:defRPr>
            </a:lvl1pPr>
          </a:lstStyle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/>
              <a:t>A-OC  |  KSU-Klasse: 0.2 – 4 Jahre  |  Volkswagen Group Services GmbH  |  PUBLIC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6453" y="6650742"/>
            <a:ext cx="790036" cy="9053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rtl="0">
              <a:defRPr sz="600">
                <a:solidFill>
                  <a:srgbClr val="004666"/>
                </a:solidFill>
              </a:defRPr>
            </a:lvl1pPr>
          </a:lstStyle>
          <a:p>
            <a:fld id="{B1AB4B7D-F103-4984-A34B-6061128AA6C3}" type="datetime1">
              <a:rPr lang="de-DE" smtClean="0"/>
              <a:pPr/>
              <a:t>10.03.2026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93411" y="6650734"/>
            <a:ext cx="295314" cy="9053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 rtl="0">
              <a:defRPr sz="600">
                <a:solidFill>
                  <a:srgbClr val="004666"/>
                </a:solidFill>
              </a:defRPr>
            </a:lvl1pPr>
          </a:lstStyle>
          <a:p>
            <a:fld id="{2EA6AC58-99FC-40D1-8A10-4777F7BB7286}" type="slidenum">
              <a:rPr lang="de-DE" smtClean="0"/>
              <a:pPr/>
              <a:t>‹Nº›</a:t>
            </a:fld>
            <a:endParaRPr lang="de-DE"/>
          </a:p>
        </p:txBody>
      </p: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FB92854F-F5C8-423C-9CA7-1B9CC02968A2}"/>
              </a:ext>
            </a:extLst>
          </p:cNvPr>
          <p:cNvCxnSpPr/>
          <p:nvPr/>
        </p:nvCxnSpPr>
        <p:spPr>
          <a:xfrm flipH="1">
            <a:off x="-304836" y="6454588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9FE369FD-C5A3-4E3C-B8BA-D72D8F68AEAA}"/>
              </a:ext>
            </a:extLst>
          </p:cNvPr>
          <p:cNvSpPr txBox="1"/>
          <p:nvPr userDrawn="1"/>
        </p:nvSpPr>
        <p:spPr>
          <a:xfrm>
            <a:off x="-285785" y="6354537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8,40</a:t>
            </a:r>
          </a:p>
        </p:txBody>
      </p: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F03C6CBF-8E31-4CFA-9EAE-194D27AAC193}"/>
              </a:ext>
            </a:extLst>
          </p:cNvPr>
          <p:cNvCxnSpPr/>
          <p:nvPr/>
        </p:nvCxnSpPr>
        <p:spPr>
          <a:xfrm flipV="1">
            <a:off x="407089" y="-226440"/>
            <a:ext cx="0" cy="117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6FF8DFF4-F002-47DD-829A-25267E472684}"/>
              </a:ext>
            </a:extLst>
          </p:cNvPr>
          <p:cNvCxnSpPr>
            <a:cxnSpLocks/>
          </p:cNvCxnSpPr>
          <p:nvPr/>
        </p:nvCxnSpPr>
        <p:spPr>
          <a:xfrm flipV="1">
            <a:off x="11784753" y="-226440"/>
            <a:ext cx="0" cy="117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4A308209-A9A0-4E6C-888B-3BF41391247E}"/>
              </a:ext>
            </a:extLst>
          </p:cNvPr>
          <p:cNvSpPr txBox="1"/>
          <p:nvPr/>
        </p:nvSpPr>
        <p:spPr>
          <a:xfrm>
            <a:off x="11834774" y="-212029"/>
            <a:ext cx="298488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15,81</a:t>
            </a:r>
          </a:p>
        </p:txBody>
      </p: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56C104E-9598-4353-A282-2DA15F6EDF65}"/>
              </a:ext>
            </a:extLst>
          </p:cNvPr>
          <p:cNvCxnSpPr/>
          <p:nvPr/>
        </p:nvCxnSpPr>
        <p:spPr>
          <a:xfrm flipH="1">
            <a:off x="-304836" y="1486591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C44D2080-9535-44EE-B3E8-27D91E7EABBA}"/>
              </a:ext>
            </a:extLst>
          </p:cNvPr>
          <p:cNvSpPr txBox="1"/>
          <p:nvPr userDrawn="1"/>
        </p:nvSpPr>
        <p:spPr>
          <a:xfrm>
            <a:off x="-285785" y="1519951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5,40</a:t>
            </a:r>
          </a:p>
        </p:txBody>
      </p: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FF93B73E-EA98-42FA-813A-179E13DA82AA}"/>
              </a:ext>
            </a:extLst>
          </p:cNvPr>
          <p:cNvCxnSpPr/>
          <p:nvPr/>
        </p:nvCxnSpPr>
        <p:spPr>
          <a:xfrm flipH="1">
            <a:off x="-304836" y="1223737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D3DF4FC-101E-4F39-B754-7A4A8E53C478}"/>
              </a:ext>
            </a:extLst>
          </p:cNvPr>
          <p:cNvSpPr txBox="1"/>
          <p:nvPr userDrawn="1"/>
        </p:nvSpPr>
        <p:spPr>
          <a:xfrm>
            <a:off x="-285785" y="1257098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6,13</a:t>
            </a:r>
          </a:p>
        </p:txBody>
      </p: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6204CE75-B3E8-40CF-B208-70D6D83DB1F0}"/>
              </a:ext>
            </a:extLst>
          </p:cNvPr>
          <p:cNvCxnSpPr/>
          <p:nvPr/>
        </p:nvCxnSpPr>
        <p:spPr>
          <a:xfrm flipH="1">
            <a:off x="-304836" y="407385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13BD65B4-8341-4966-957B-FDFA1A727DA7}"/>
              </a:ext>
            </a:extLst>
          </p:cNvPr>
          <p:cNvCxnSpPr/>
          <p:nvPr/>
        </p:nvCxnSpPr>
        <p:spPr>
          <a:xfrm flipH="1">
            <a:off x="-304836" y="6745235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744AC837-3BDB-488E-9A9D-1161731A1CDD}"/>
              </a:ext>
            </a:extLst>
          </p:cNvPr>
          <p:cNvSpPr txBox="1"/>
          <p:nvPr userDrawn="1"/>
        </p:nvSpPr>
        <p:spPr>
          <a:xfrm>
            <a:off x="-285785" y="6778595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9,19</a:t>
            </a:r>
          </a:p>
        </p:txBody>
      </p: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08F1DC17-628C-441C-9AB8-171337F7E846}"/>
              </a:ext>
            </a:extLst>
          </p:cNvPr>
          <p:cNvCxnSpPr/>
          <p:nvPr userDrawn="1"/>
        </p:nvCxnSpPr>
        <p:spPr>
          <a:xfrm flipH="1">
            <a:off x="-304836" y="6649940"/>
            <a:ext cx="222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feld 121">
            <a:extLst>
              <a:ext uri="{FF2B5EF4-FFF2-40B4-BE49-F238E27FC236}">
                <a16:creationId xmlns:a16="http://schemas.microsoft.com/office/drawing/2014/main" id="{E9680D84-0E3A-4DC5-B33E-2097A384EBA5}"/>
              </a:ext>
            </a:extLst>
          </p:cNvPr>
          <p:cNvSpPr txBox="1"/>
          <p:nvPr userDrawn="1"/>
        </p:nvSpPr>
        <p:spPr>
          <a:xfrm>
            <a:off x="-285785" y="6540360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8,94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9A6F5FFE-7F7D-42F0-9B75-1115F9C258F7}"/>
              </a:ext>
            </a:extLst>
          </p:cNvPr>
          <p:cNvSpPr txBox="1"/>
          <p:nvPr userDrawn="1"/>
        </p:nvSpPr>
        <p:spPr>
          <a:xfrm>
            <a:off x="-285785" y="440741"/>
            <a:ext cx="260383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8,40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CA9174C0-0633-49AF-94CD-F74D90533C0E}"/>
              </a:ext>
            </a:extLst>
          </p:cNvPr>
          <p:cNvCxnSpPr/>
          <p:nvPr userDrawn="1"/>
        </p:nvCxnSpPr>
        <p:spPr>
          <a:xfrm flipV="1">
            <a:off x="407089" y="-226440"/>
            <a:ext cx="0" cy="117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E93FEA7D-D594-4020-86F7-426D26F38946}"/>
              </a:ext>
            </a:extLst>
          </p:cNvPr>
          <p:cNvSpPr txBox="1"/>
          <p:nvPr userDrawn="1"/>
        </p:nvSpPr>
        <p:spPr>
          <a:xfrm>
            <a:off x="454728" y="-212029"/>
            <a:ext cx="298488" cy="923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de-DE" sz="450">
                <a:solidFill>
                  <a:srgbClr val="004666"/>
                </a:solidFill>
              </a:rPr>
              <a:t>15,81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5EF5110-A6C7-48D0-AA0C-BAF58A6383E9}"/>
              </a:ext>
            </a:extLst>
          </p:cNvPr>
          <p:cNvGrpSpPr/>
          <p:nvPr userDrawn="1"/>
        </p:nvGrpSpPr>
        <p:grpSpPr>
          <a:xfrm>
            <a:off x="10273955" y="215884"/>
            <a:ext cx="1333336" cy="274356"/>
            <a:chOff x="1876761" y="2475875"/>
            <a:chExt cx="9214770" cy="1895462"/>
          </a:xfrm>
          <a:solidFill>
            <a:schemeClr val="bg1"/>
          </a:solidFill>
        </p:grpSpPr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5BA4FB43-DE83-4A5E-B658-FD38FF0FC092}"/>
                </a:ext>
              </a:extLst>
            </p:cNvPr>
            <p:cNvSpPr/>
            <p:nvPr/>
          </p:nvSpPr>
          <p:spPr>
            <a:xfrm>
              <a:off x="4156975" y="4050135"/>
              <a:ext cx="258235" cy="320715"/>
            </a:xfrm>
            <a:custGeom>
              <a:avLst/>
              <a:gdLst>
                <a:gd name="connsiteX0" fmla="*/ 258236 w 258235"/>
                <a:gd name="connsiteY0" fmla="*/ 302680 h 320715"/>
                <a:gd name="connsiteX1" fmla="*/ 155035 w 258235"/>
                <a:gd name="connsiteY1" fmla="*/ 320715 h 320715"/>
                <a:gd name="connsiteX2" fmla="*/ 0 w 258235"/>
                <a:gd name="connsiteY2" fmla="*/ 166618 h 320715"/>
                <a:gd name="connsiteX3" fmla="*/ 167987 w 258235"/>
                <a:gd name="connsiteY3" fmla="*/ 0 h 320715"/>
                <a:gd name="connsiteX4" fmla="*/ 247582 w 258235"/>
                <a:gd name="connsiteY4" fmla="*/ 11095 h 320715"/>
                <a:gd name="connsiteX5" fmla="*/ 247582 w 258235"/>
                <a:gd name="connsiteY5" fmla="*/ 52735 h 320715"/>
                <a:gd name="connsiteX6" fmla="*/ 163813 w 258235"/>
                <a:gd name="connsiteY6" fmla="*/ 36538 h 320715"/>
                <a:gd name="connsiteX7" fmla="*/ 45345 w 258235"/>
                <a:gd name="connsiteY7" fmla="*/ 160569 h 320715"/>
                <a:gd name="connsiteX8" fmla="*/ 161037 w 258235"/>
                <a:gd name="connsiteY8" fmla="*/ 283680 h 320715"/>
                <a:gd name="connsiteX9" fmla="*/ 216117 w 258235"/>
                <a:gd name="connsiteY9" fmla="*/ 275361 h 320715"/>
                <a:gd name="connsiteX10" fmla="*/ 216117 w 258235"/>
                <a:gd name="connsiteY10" fmla="*/ 157333 h 320715"/>
                <a:gd name="connsiteX11" fmla="*/ 258227 w 258235"/>
                <a:gd name="connsiteY11" fmla="*/ 157333 h 320715"/>
                <a:gd name="connsiteX12" fmla="*/ 258227 w 258235"/>
                <a:gd name="connsiteY12" fmla="*/ 302680 h 320715"/>
                <a:gd name="connsiteX13" fmla="*/ 258236 w 258235"/>
                <a:gd name="connsiteY13" fmla="*/ 302680 h 32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235" h="320715">
                  <a:moveTo>
                    <a:pt x="258236" y="302680"/>
                  </a:moveTo>
                  <a:cubicBezTo>
                    <a:pt x="227212" y="314235"/>
                    <a:pt x="189276" y="320715"/>
                    <a:pt x="155035" y="320715"/>
                  </a:cubicBezTo>
                  <a:cubicBezTo>
                    <a:pt x="57387" y="320715"/>
                    <a:pt x="0" y="261950"/>
                    <a:pt x="0" y="166618"/>
                  </a:cubicBezTo>
                  <a:cubicBezTo>
                    <a:pt x="0" y="69888"/>
                    <a:pt x="57387" y="0"/>
                    <a:pt x="167987" y="0"/>
                  </a:cubicBezTo>
                  <a:cubicBezTo>
                    <a:pt x="194828" y="0"/>
                    <a:pt x="223526" y="4614"/>
                    <a:pt x="247582" y="11095"/>
                  </a:cubicBezTo>
                  <a:lnTo>
                    <a:pt x="247582" y="52735"/>
                  </a:lnTo>
                  <a:cubicBezTo>
                    <a:pt x="221210" y="42090"/>
                    <a:pt x="190664" y="36538"/>
                    <a:pt x="163813" y="36538"/>
                  </a:cubicBezTo>
                  <a:cubicBezTo>
                    <a:pt x="79604" y="36538"/>
                    <a:pt x="45345" y="95773"/>
                    <a:pt x="45345" y="160569"/>
                  </a:cubicBezTo>
                  <a:cubicBezTo>
                    <a:pt x="45345" y="238325"/>
                    <a:pt x="88392" y="283680"/>
                    <a:pt x="161037" y="283680"/>
                  </a:cubicBezTo>
                  <a:cubicBezTo>
                    <a:pt x="181858" y="283680"/>
                    <a:pt x="199452" y="280444"/>
                    <a:pt x="216117" y="275361"/>
                  </a:cubicBezTo>
                  <a:lnTo>
                    <a:pt x="216117" y="157333"/>
                  </a:lnTo>
                  <a:lnTo>
                    <a:pt x="258227" y="157333"/>
                  </a:lnTo>
                  <a:lnTo>
                    <a:pt x="258227" y="302680"/>
                  </a:lnTo>
                  <a:lnTo>
                    <a:pt x="258236" y="302680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4D12FE4-1771-4007-B0C1-BADE09CE193A}"/>
                </a:ext>
              </a:extLst>
            </p:cNvPr>
            <p:cNvSpPr/>
            <p:nvPr/>
          </p:nvSpPr>
          <p:spPr>
            <a:xfrm>
              <a:off x="4603061" y="4052423"/>
              <a:ext cx="212431" cy="314253"/>
            </a:xfrm>
            <a:custGeom>
              <a:avLst/>
              <a:gdLst>
                <a:gd name="connsiteX0" fmla="*/ 159659 w 212431"/>
                <a:gd name="connsiteY0" fmla="*/ 314253 h 314253"/>
                <a:gd name="connsiteX1" fmla="*/ 65255 w 212431"/>
                <a:gd name="connsiteY1" fmla="*/ 179119 h 314253"/>
                <a:gd name="connsiteX2" fmla="*/ 42587 w 212431"/>
                <a:gd name="connsiteY2" fmla="*/ 179119 h 314253"/>
                <a:gd name="connsiteX3" fmla="*/ 42587 w 212431"/>
                <a:gd name="connsiteY3" fmla="*/ 314253 h 314253"/>
                <a:gd name="connsiteX4" fmla="*/ 0 w 212431"/>
                <a:gd name="connsiteY4" fmla="*/ 314253 h 314253"/>
                <a:gd name="connsiteX5" fmla="*/ 0 w 212431"/>
                <a:gd name="connsiteY5" fmla="*/ 2326 h 314253"/>
                <a:gd name="connsiteX6" fmla="*/ 81461 w 212431"/>
                <a:gd name="connsiteY6" fmla="*/ 0 h 314253"/>
                <a:gd name="connsiteX7" fmla="*/ 191142 w 212431"/>
                <a:gd name="connsiteY7" fmla="*/ 85175 h 314253"/>
                <a:gd name="connsiteX8" fmla="*/ 109222 w 212431"/>
                <a:gd name="connsiteY8" fmla="*/ 173558 h 314253"/>
                <a:gd name="connsiteX9" fmla="*/ 134684 w 212431"/>
                <a:gd name="connsiteY9" fmla="*/ 206898 h 314253"/>
                <a:gd name="connsiteX10" fmla="*/ 212432 w 212431"/>
                <a:gd name="connsiteY10" fmla="*/ 314253 h 314253"/>
                <a:gd name="connsiteX11" fmla="*/ 159659 w 212431"/>
                <a:gd name="connsiteY11" fmla="*/ 314253 h 314253"/>
                <a:gd name="connsiteX12" fmla="*/ 159659 w 212431"/>
                <a:gd name="connsiteY12" fmla="*/ 314253 h 314253"/>
                <a:gd name="connsiteX13" fmla="*/ 42587 w 212431"/>
                <a:gd name="connsiteY13" fmla="*/ 146745 h 314253"/>
                <a:gd name="connsiteX14" fmla="*/ 75909 w 212431"/>
                <a:gd name="connsiteY14" fmla="*/ 147186 h 314253"/>
                <a:gd name="connsiteX15" fmla="*/ 146716 w 212431"/>
                <a:gd name="connsiteY15" fmla="*/ 90277 h 314253"/>
                <a:gd name="connsiteX16" fmla="*/ 77757 w 212431"/>
                <a:gd name="connsiteY16" fmla="*/ 34747 h 314253"/>
                <a:gd name="connsiteX17" fmla="*/ 42587 w 212431"/>
                <a:gd name="connsiteY17" fmla="*/ 35676 h 314253"/>
                <a:gd name="connsiteX18" fmla="*/ 42587 w 212431"/>
                <a:gd name="connsiteY18" fmla="*/ 146745 h 314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2431" h="314253">
                  <a:moveTo>
                    <a:pt x="159659" y="314253"/>
                  </a:moveTo>
                  <a:lnTo>
                    <a:pt x="65255" y="179119"/>
                  </a:lnTo>
                  <a:lnTo>
                    <a:pt x="42587" y="179119"/>
                  </a:lnTo>
                  <a:lnTo>
                    <a:pt x="42587" y="314253"/>
                  </a:lnTo>
                  <a:lnTo>
                    <a:pt x="0" y="314253"/>
                  </a:lnTo>
                  <a:lnTo>
                    <a:pt x="0" y="2326"/>
                  </a:lnTo>
                  <a:cubicBezTo>
                    <a:pt x="0" y="2326"/>
                    <a:pt x="41190" y="0"/>
                    <a:pt x="81461" y="0"/>
                  </a:cubicBezTo>
                  <a:cubicBezTo>
                    <a:pt x="146716" y="0"/>
                    <a:pt x="191142" y="25462"/>
                    <a:pt x="191142" y="85175"/>
                  </a:cubicBezTo>
                  <a:cubicBezTo>
                    <a:pt x="191142" y="139298"/>
                    <a:pt x="153647" y="167068"/>
                    <a:pt x="109222" y="173558"/>
                  </a:cubicBezTo>
                  <a:cubicBezTo>
                    <a:pt x="109222" y="173558"/>
                    <a:pt x="122652" y="189754"/>
                    <a:pt x="134684" y="206898"/>
                  </a:cubicBezTo>
                  <a:lnTo>
                    <a:pt x="212432" y="314253"/>
                  </a:lnTo>
                  <a:lnTo>
                    <a:pt x="159659" y="314253"/>
                  </a:lnTo>
                  <a:lnTo>
                    <a:pt x="159659" y="314253"/>
                  </a:lnTo>
                  <a:close/>
                  <a:moveTo>
                    <a:pt x="42587" y="146745"/>
                  </a:moveTo>
                  <a:cubicBezTo>
                    <a:pt x="42587" y="146745"/>
                    <a:pt x="60172" y="147186"/>
                    <a:pt x="75909" y="147186"/>
                  </a:cubicBezTo>
                  <a:cubicBezTo>
                    <a:pt x="121254" y="147186"/>
                    <a:pt x="146716" y="125915"/>
                    <a:pt x="146716" y="90277"/>
                  </a:cubicBezTo>
                  <a:cubicBezTo>
                    <a:pt x="146716" y="54648"/>
                    <a:pt x="122652" y="34747"/>
                    <a:pt x="77757" y="34747"/>
                  </a:cubicBezTo>
                  <a:cubicBezTo>
                    <a:pt x="60632" y="34747"/>
                    <a:pt x="42587" y="35676"/>
                    <a:pt x="42587" y="35676"/>
                  </a:cubicBezTo>
                  <a:lnTo>
                    <a:pt x="42587" y="146745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ECD35A9E-5FBC-466D-994F-F37E329BB421}"/>
                </a:ext>
              </a:extLst>
            </p:cNvPr>
            <p:cNvSpPr/>
            <p:nvPr/>
          </p:nvSpPr>
          <p:spPr>
            <a:xfrm>
              <a:off x="4951958" y="4049684"/>
              <a:ext cx="288782" cy="321653"/>
            </a:xfrm>
            <a:custGeom>
              <a:avLst/>
              <a:gdLst>
                <a:gd name="connsiteX0" fmla="*/ 140218 w 288782"/>
                <a:gd name="connsiteY0" fmla="*/ 321653 h 321653"/>
                <a:gd name="connsiteX1" fmla="*/ 0 w 288782"/>
                <a:gd name="connsiteY1" fmla="*/ 165192 h 321653"/>
                <a:gd name="connsiteX2" fmla="*/ 148564 w 288782"/>
                <a:gd name="connsiteY2" fmla="*/ 0 h 321653"/>
                <a:gd name="connsiteX3" fmla="*/ 288782 w 288782"/>
                <a:gd name="connsiteY3" fmla="*/ 156414 h 321653"/>
                <a:gd name="connsiteX4" fmla="*/ 140218 w 288782"/>
                <a:gd name="connsiteY4" fmla="*/ 321653 h 321653"/>
                <a:gd name="connsiteX5" fmla="*/ 144382 w 288782"/>
                <a:gd name="connsiteY5" fmla="*/ 37486 h 321653"/>
                <a:gd name="connsiteX6" fmla="*/ 44885 w 288782"/>
                <a:gd name="connsiteY6" fmla="*/ 158721 h 321653"/>
                <a:gd name="connsiteX7" fmla="*/ 144382 w 288782"/>
                <a:gd name="connsiteY7" fmla="*/ 284158 h 321653"/>
                <a:gd name="connsiteX8" fmla="*/ 243887 w 288782"/>
                <a:gd name="connsiteY8" fmla="*/ 162876 h 321653"/>
                <a:gd name="connsiteX9" fmla="*/ 144382 w 288782"/>
                <a:gd name="connsiteY9" fmla="*/ 37486 h 321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8782" h="321653">
                  <a:moveTo>
                    <a:pt x="140218" y="321653"/>
                  </a:moveTo>
                  <a:cubicBezTo>
                    <a:pt x="49509" y="321653"/>
                    <a:pt x="0" y="261002"/>
                    <a:pt x="0" y="165192"/>
                  </a:cubicBezTo>
                  <a:cubicBezTo>
                    <a:pt x="0" y="58315"/>
                    <a:pt x="68041" y="0"/>
                    <a:pt x="148564" y="0"/>
                  </a:cubicBezTo>
                  <a:cubicBezTo>
                    <a:pt x="239282" y="0"/>
                    <a:pt x="288782" y="60632"/>
                    <a:pt x="288782" y="156414"/>
                  </a:cubicBezTo>
                  <a:cubicBezTo>
                    <a:pt x="288772" y="263319"/>
                    <a:pt x="220741" y="321653"/>
                    <a:pt x="140218" y="321653"/>
                  </a:cubicBezTo>
                  <a:close/>
                  <a:moveTo>
                    <a:pt x="144382" y="37486"/>
                  </a:moveTo>
                  <a:cubicBezTo>
                    <a:pt x="88392" y="37486"/>
                    <a:pt x="44885" y="80054"/>
                    <a:pt x="44885" y="158721"/>
                  </a:cubicBezTo>
                  <a:cubicBezTo>
                    <a:pt x="44885" y="233711"/>
                    <a:pt x="78217" y="284158"/>
                    <a:pt x="144382" y="284158"/>
                  </a:cubicBezTo>
                  <a:cubicBezTo>
                    <a:pt x="200380" y="284158"/>
                    <a:pt x="243887" y="241589"/>
                    <a:pt x="243887" y="162876"/>
                  </a:cubicBezTo>
                  <a:cubicBezTo>
                    <a:pt x="243878" y="87942"/>
                    <a:pt x="210565" y="37486"/>
                    <a:pt x="144382" y="37486"/>
                  </a:cubicBez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7B0D6F53-652C-4885-B18F-1AB4A17259F0}"/>
                </a:ext>
              </a:extLst>
            </p:cNvPr>
            <p:cNvSpPr/>
            <p:nvPr/>
          </p:nvSpPr>
          <p:spPr>
            <a:xfrm>
              <a:off x="5410537" y="4054327"/>
              <a:ext cx="241579" cy="317010"/>
            </a:xfrm>
            <a:custGeom>
              <a:avLst/>
              <a:gdLst>
                <a:gd name="connsiteX0" fmla="*/ 241570 w 241579"/>
                <a:gd name="connsiteY0" fmla="*/ 192962 h 317010"/>
                <a:gd name="connsiteX1" fmla="*/ 117090 w 241579"/>
                <a:gd name="connsiteY1" fmla="*/ 317011 h 317010"/>
                <a:gd name="connsiteX2" fmla="*/ 0 w 241579"/>
                <a:gd name="connsiteY2" fmla="*/ 207330 h 317010"/>
                <a:gd name="connsiteX3" fmla="*/ 0 w 241579"/>
                <a:gd name="connsiteY3" fmla="*/ 0 h 317010"/>
                <a:gd name="connsiteX4" fmla="*/ 42588 w 241579"/>
                <a:gd name="connsiteY4" fmla="*/ 0 h 317010"/>
                <a:gd name="connsiteX5" fmla="*/ 42588 w 241579"/>
                <a:gd name="connsiteY5" fmla="*/ 204113 h 317010"/>
                <a:gd name="connsiteX6" fmla="*/ 119875 w 241579"/>
                <a:gd name="connsiteY6" fmla="*/ 281851 h 317010"/>
                <a:gd name="connsiteX7" fmla="*/ 199939 w 241579"/>
                <a:gd name="connsiteY7" fmla="*/ 196235 h 317010"/>
                <a:gd name="connsiteX8" fmla="*/ 199939 w 241579"/>
                <a:gd name="connsiteY8" fmla="*/ 0 h 317010"/>
                <a:gd name="connsiteX9" fmla="*/ 241580 w 241579"/>
                <a:gd name="connsiteY9" fmla="*/ 0 h 317010"/>
                <a:gd name="connsiteX10" fmla="*/ 241570 w 241579"/>
                <a:gd name="connsiteY10" fmla="*/ 192962 h 317010"/>
                <a:gd name="connsiteX11" fmla="*/ 241570 w 241579"/>
                <a:gd name="connsiteY11" fmla="*/ 192962 h 317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1579" h="317010">
                  <a:moveTo>
                    <a:pt x="241570" y="192962"/>
                  </a:moveTo>
                  <a:cubicBezTo>
                    <a:pt x="241570" y="274855"/>
                    <a:pt x="198523" y="317011"/>
                    <a:pt x="117090" y="317011"/>
                  </a:cubicBezTo>
                  <a:cubicBezTo>
                    <a:pt x="19442" y="317011"/>
                    <a:pt x="0" y="262859"/>
                    <a:pt x="0" y="207330"/>
                  </a:cubicBezTo>
                  <a:lnTo>
                    <a:pt x="0" y="0"/>
                  </a:lnTo>
                  <a:lnTo>
                    <a:pt x="42588" y="0"/>
                  </a:lnTo>
                  <a:lnTo>
                    <a:pt x="42588" y="204113"/>
                  </a:lnTo>
                  <a:cubicBezTo>
                    <a:pt x="42588" y="247123"/>
                    <a:pt x="56918" y="281851"/>
                    <a:pt x="119875" y="281851"/>
                  </a:cubicBezTo>
                  <a:cubicBezTo>
                    <a:pt x="174467" y="281851"/>
                    <a:pt x="199939" y="259174"/>
                    <a:pt x="199939" y="196235"/>
                  </a:cubicBezTo>
                  <a:lnTo>
                    <a:pt x="199939" y="0"/>
                  </a:lnTo>
                  <a:lnTo>
                    <a:pt x="241580" y="0"/>
                  </a:lnTo>
                  <a:lnTo>
                    <a:pt x="241570" y="192962"/>
                  </a:lnTo>
                  <a:lnTo>
                    <a:pt x="241570" y="192962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E7900445-8D46-457B-9DE9-B0F701446E75}"/>
                </a:ext>
              </a:extLst>
            </p:cNvPr>
            <p:cNvSpPr/>
            <p:nvPr/>
          </p:nvSpPr>
          <p:spPr>
            <a:xfrm>
              <a:off x="5849665" y="4052423"/>
              <a:ext cx="200389" cy="314253"/>
            </a:xfrm>
            <a:custGeom>
              <a:avLst/>
              <a:gdLst>
                <a:gd name="connsiteX0" fmla="*/ 0 w 200389"/>
                <a:gd name="connsiteY0" fmla="*/ 314253 h 314253"/>
                <a:gd name="connsiteX1" fmla="*/ 0 w 200389"/>
                <a:gd name="connsiteY1" fmla="*/ 1866 h 314253"/>
                <a:gd name="connsiteX2" fmla="*/ 81912 w 200389"/>
                <a:gd name="connsiteY2" fmla="*/ 0 h 314253"/>
                <a:gd name="connsiteX3" fmla="*/ 200390 w 200389"/>
                <a:gd name="connsiteY3" fmla="*/ 97199 h 314253"/>
                <a:gd name="connsiteX4" fmla="*/ 75450 w 200389"/>
                <a:gd name="connsiteY4" fmla="*/ 207330 h 314253"/>
                <a:gd name="connsiteX5" fmla="*/ 42588 w 200389"/>
                <a:gd name="connsiteY5" fmla="*/ 205960 h 314253"/>
                <a:gd name="connsiteX6" fmla="*/ 42588 w 200389"/>
                <a:gd name="connsiteY6" fmla="*/ 314253 h 314253"/>
                <a:gd name="connsiteX7" fmla="*/ 0 w 200389"/>
                <a:gd name="connsiteY7" fmla="*/ 314253 h 314253"/>
                <a:gd name="connsiteX8" fmla="*/ 0 w 200389"/>
                <a:gd name="connsiteY8" fmla="*/ 314253 h 314253"/>
                <a:gd name="connsiteX9" fmla="*/ 42578 w 200389"/>
                <a:gd name="connsiteY9" fmla="*/ 169882 h 314253"/>
                <a:gd name="connsiteX10" fmla="*/ 78676 w 200389"/>
                <a:gd name="connsiteY10" fmla="*/ 172648 h 314253"/>
                <a:gd name="connsiteX11" fmla="*/ 156424 w 200389"/>
                <a:gd name="connsiteY11" fmla="*/ 103229 h 314253"/>
                <a:gd name="connsiteX12" fmla="*/ 76829 w 200389"/>
                <a:gd name="connsiteY12" fmla="*/ 34757 h 314253"/>
                <a:gd name="connsiteX13" fmla="*/ 42597 w 200389"/>
                <a:gd name="connsiteY13" fmla="*/ 35676 h 314253"/>
                <a:gd name="connsiteX14" fmla="*/ 42578 w 200389"/>
                <a:gd name="connsiteY14" fmla="*/ 169882 h 314253"/>
                <a:gd name="connsiteX15" fmla="*/ 42578 w 200389"/>
                <a:gd name="connsiteY15" fmla="*/ 169882 h 314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0389" h="314253">
                  <a:moveTo>
                    <a:pt x="0" y="314253"/>
                  </a:moveTo>
                  <a:lnTo>
                    <a:pt x="0" y="1866"/>
                  </a:lnTo>
                  <a:cubicBezTo>
                    <a:pt x="0" y="1866"/>
                    <a:pt x="44416" y="0"/>
                    <a:pt x="81912" y="0"/>
                  </a:cubicBezTo>
                  <a:cubicBezTo>
                    <a:pt x="163363" y="0"/>
                    <a:pt x="200390" y="43535"/>
                    <a:pt x="200390" y="97199"/>
                  </a:cubicBezTo>
                  <a:cubicBezTo>
                    <a:pt x="200390" y="160118"/>
                    <a:pt x="153188" y="207330"/>
                    <a:pt x="75450" y="207330"/>
                  </a:cubicBezTo>
                  <a:cubicBezTo>
                    <a:pt x="59234" y="207330"/>
                    <a:pt x="42588" y="205960"/>
                    <a:pt x="42588" y="205960"/>
                  </a:cubicBezTo>
                  <a:lnTo>
                    <a:pt x="42588" y="314253"/>
                  </a:lnTo>
                  <a:lnTo>
                    <a:pt x="0" y="314253"/>
                  </a:lnTo>
                  <a:lnTo>
                    <a:pt x="0" y="314253"/>
                  </a:lnTo>
                  <a:close/>
                  <a:moveTo>
                    <a:pt x="42578" y="169882"/>
                  </a:moveTo>
                  <a:cubicBezTo>
                    <a:pt x="42578" y="169882"/>
                    <a:pt x="60631" y="172648"/>
                    <a:pt x="78676" y="172648"/>
                  </a:cubicBezTo>
                  <a:cubicBezTo>
                    <a:pt x="130501" y="172648"/>
                    <a:pt x="156424" y="142590"/>
                    <a:pt x="156424" y="103229"/>
                  </a:cubicBezTo>
                  <a:cubicBezTo>
                    <a:pt x="156424" y="62967"/>
                    <a:pt x="131898" y="34757"/>
                    <a:pt x="76829" y="34757"/>
                  </a:cubicBezTo>
                  <a:cubicBezTo>
                    <a:pt x="60631" y="34757"/>
                    <a:pt x="42597" y="35676"/>
                    <a:pt x="42597" y="35676"/>
                  </a:cubicBezTo>
                  <a:lnTo>
                    <a:pt x="42578" y="169882"/>
                  </a:lnTo>
                  <a:lnTo>
                    <a:pt x="42578" y="169882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FADC91D6-753E-4C50-A63E-DC11CD9FEAFD}"/>
                </a:ext>
              </a:extLst>
            </p:cNvPr>
            <p:cNvSpPr/>
            <p:nvPr/>
          </p:nvSpPr>
          <p:spPr>
            <a:xfrm>
              <a:off x="6397526" y="4050163"/>
              <a:ext cx="187419" cy="320668"/>
            </a:xfrm>
            <a:custGeom>
              <a:avLst/>
              <a:gdLst>
                <a:gd name="connsiteX0" fmla="*/ 163363 w 187419"/>
                <a:gd name="connsiteY0" fmla="*/ 43478 h 320668"/>
                <a:gd name="connsiteX1" fmla="*/ 106896 w 187419"/>
                <a:gd name="connsiteY1" fmla="*/ 35122 h 320668"/>
                <a:gd name="connsiteX2" fmla="*/ 43497 w 187419"/>
                <a:gd name="connsiteY2" fmla="*/ 81874 h 320668"/>
                <a:gd name="connsiteX3" fmla="*/ 187419 w 187419"/>
                <a:gd name="connsiteY3" fmla="*/ 229491 h 320668"/>
                <a:gd name="connsiteX4" fmla="*/ 74962 w 187419"/>
                <a:gd name="connsiteY4" fmla="*/ 320668 h 320668"/>
                <a:gd name="connsiteX5" fmla="*/ 4623 w 187419"/>
                <a:gd name="connsiteY5" fmla="*/ 312350 h 320668"/>
                <a:gd name="connsiteX6" fmla="*/ 4623 w 187419"/>
                <a:gd name="connsiteY6" fmla="*/ 270700 h 320668"/>
                <a:gd name="connsiteX7" fmla="*/ 77278 w 187419"/>
                <a:gd name="connsiteY7" fmla="*/ 284130 h 320668"/>
                <a:gd name="connsiteX8" fmla="*/ 143003 w 187419"/>
                <a:gd name="connsiteY8" fmla="*/ 232745 h 320668"/>
                <a:gd name="connsiteX9" fmla="*/ 0 w 187419"/>
                <a:gd name="connsiteY9" fmla="*/ 85138 h 320668"/>
                <a:gd name="connsiteX10" fmla="*/ 109671 w 187419"/>
                <a:gd name="connsiteY10" fmla="*/ 0 h 320668"/>
                <a:gd name="connsiteX11" fmla="*/ 163363 w 187419"/>
                <a:gd name="connsiteY11" fmla="*/ 5074 h 320668"/>
                <a:gd name="connsiteX12" fmla="*/ 163363 w 187419"/>
                <a:gd name="connsiteY12" fmla="*/ 43478 h 320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7419" h="320668">
                  <a:moveTo>
                    <a:pt x="163363" y="43478"/>
                  </a:moveTo>
                  <a:cubicBezTo>
                    <a:pt x="146698" y="38846"/>
                    <a:pt x="124940" y="35122"/>
                    <a:pt x="106896" y="35122"/>
                  </a:cubicBezTo>
                  <a:cubicBezTo>
                    <a:pt x="65255" y="35122"/>
                    <a:pt x="43497" y="52707"/>
                    <a:pt x="43497" y="81874"/>
                  </a:cubicBezTo>
                  <a:cubicBezTo>
                    <a:pt x="43497" y="150356"/>
                    <a:pt x="187419" y="126281"/>
                    <a:pt x="187419" y="229491"/>
                  </a:cubicBezTo>
                  <a:cubicBezTo>
                    <a:pt x="187419" y="281804"/>
                    <a:pt x="148095" y="320668"/>
                    <a:pt x="74962" y="320668"/>
                  </a:cubicBezTo>
                  <a:cubicBezTo>
                    <a:pt x="49519" y="320668"/>
                    <a:pt x="24056" y="317424"/>
                    <a:pt x="4623" y="312350"/>
                  </a:cubicBezTo>
                  <a:lnTo>
                    <a:pt x="4623" y="270700"/>
                  </a:lnTo>
                  <a:cubicBezTo>
                    <a:pt x="24515" y="278578"/>
                    <a:pt x="52304" y="284130"/>
                    <a:pt x="77278" y="284130"/>
                  </a:cubicBezTo>
                  <a:cubicBezTo>
                    <a:pt x="115233" y="284130"/>
                    <a:pt x="143003" y="269312"/>
                    <a:pt x="143003" y="232745"/>
                  </a:cubicBezTo>
                  <a:cubicBezTo>
                    <a:pt x="143003" y="160569"/>
                    <a:pt x="0" y="186031"/>
                    <a:pt x="0" y="85138"/>
                  </a:cubicBezTo>
                  <a:cubicBezTo>
                    <a:pt x="0" y="35132"/>
                    <a:pt x="40271" y="0"/>
                    <a:pt x="109671" y="0"/>
                  </a:cubicBezTo>
                  <a:cubicBezTo>
                    <a:pt x="127725" y="0"/>
                    <a:pt x="146688" y="1829"/>
                    <a:pt x="163363" y="5074"/>
                  </a:cubicBezTo>
                  <a:lnTo>
                    <a:pt x="163363" y="43478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996E7C0A-129A-41C0-9149-DF5C843BD6C4}"/>
                </a:ext>
              </a:extLst>
            </p:cNvPr>
            <p:cNvSpPr/>
            <p:nvPr/>
          </p:nvSpPr>
          <p:spPr>
            <a:xfrm>
              <a:off x="6750607" y="4054289"/>
              <a:ext cx="178640" cy="312387"/>
            </a:xfrm>
            <a:custGeom>
              <a:avLst/>
              <a:gdLst>
                <a:gd name="connsiteX0" fmla="*/ 0 w 178640"/>
                <a:gd name="connsiteY0" fmla="*/ 312387 h 312387"/>
                <a:gd name="connsiteX1" fmla="*/ 0 w 178640"/>
                <a:gd name="connsiteY1" fmla="*/ 0 h 312387"/>
                <a:gd name="connsiteX2" fmla="*/ 176803 w 178640"/>
                <a:gd name="connsiteY2" fmla="*/ 0 h 312387"/>
                <a:gd name="connsiteX3" fmla="*/ 176803 w 178640"/>
                <a:gd name="connsiteY3" fmla="*/ 35179 h 312387"/>
                <a:gd name="connsiteX4" fmla="*/ 42578 w 178640"/>
                <a:gd name="connsiteY4" fmla="*/ 35179 h 312387"/>
                <a:gd name="connsiteX5" fmla="*/ 42578 w 178640"/>
                <a:gd name="connsiteY5" fmla="*/ 134196 h 312387"/>
                <a:gd name="connsiteX6" fmla="*/ 165670 w 178640"/>
                <a:gd name="connsiteY6" fmla="*/ 134196 h 312387"/>
                <a:gd name="connsiteX7" fmla="*/ 165670 w 178640"/>
                <a:gd name="connsiteY7" fmla="*/ 168447 h 312387"/>
                <a:gd name="connsiteX8" fmla="*/ 42578 w 178640"/>
                <a:gd name="connsiteY8" fmla="*/ 168447 h 312387"/>
                <a:gd name="connsiteX9" fmla="*/ 42578 w 178640"/>
                <a:gd name="connsiteY9" fmla="*/ 276740 h 312387"/>
                <a:gd name="connsiteX10" fmla="*/ 178641 w 178640"/>
                <a:gd name="connsiteY10" fmla="*/ 276740 h 312387"/>
                <a:gd name="connsiteX11" fmla="*/ 178641 w 178640"/>
                <a:gd name="connsiteY11" fmla="*/ 312387 h 312387"/>
                <a:gd name="connsiteX12" fmla="*/ 0 w 178640"/>
                <a:gd name="connsiteY12" fmla="*/ 312387 h 3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40" h="312387">
                  <a:moveTo>
                    <a:pt x="0" y="312387"/>
                  </a:moveTo>
                  <a:lnTo>
                    <a:pt x="0" y="0"/>
                  </a:lnTo>
                  <a:lnTo>
                    <a:pt x="176803" y="0"/>
                  </a:lnTo>
                  <a:lnTo>
                    <a:pt x="176803" y="35179"/>
                  </a:lnTo>
                  <a:lnTo>
                    <a:pt x="42578" y="35179"/>
                  </a:lnTo>
                  <a:lnTo>
                    <a:pt x="42578" y="134196"/>
                  </a:lnTo>
                  <a:lnTo>
                    <a:pt x="165670" y="134196"/>
                  </a:lnTo>
                  <a:lnTo>
                    <a:pt x="165670" y="168447"/>
                  </a:lnTo>
                  <a:lnTo>
                    <a:pt x="42578" y="168447"/>
                  </a:lnTo>
                  <a:lnTo>
                    <a:pt x="42578" y="276740"/>
                  </a:lnTo>
                  <a:lnTo>
                    <a:pt x="178641" y="276740"/>
                  </a:lnTo>
                  <a:lnTo>
                    <a:pt x="178641" y="312387"/>
                  </a:lnTo>
                  <a:lnTo>
                    <a:pt x="0" y="312387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042C856D-9C65-463F-A4C0-4A3EB6FE39B0}"/>
                </a:ext>
              </a:extLst>
            </p:cNvPr>
            <p:cNvSpPr/>
            <p:nvPr/>
          </p:nvSpPr>
          <p:spPr>
            <a:xfrm>
              <a:off x="7112006" y="4052423"/>
              <a:ext cx="212441" cy="314253"/>
            </a:xfrm>
            <a:custGeom>
              <a:avLst/>
              <a:gdLst>
                <a:gd name="connsiteX0" fmla="*/ 159659 w 212441"/>
                <a:gd name="connsiteY0" fmla="*/ 314253 h 314253"/>
                <a:gd name="connsiteX1" fmla="*/ 65246 w 212441"/>
                <a:gd name="connsiteY1" fmla="*/ 179119 h 314253"/>
                <a:gd name="connsiteX2" fmla="*/ 42588 w 212441"/>
                <a:gd name="connsiteY2" fmla="*/ 179119 h 314253"/>
                <a:gd name="connsiteX3" fmla="*/ 42588 w 212441"/>
                <a:gd name="connsiteY3" fmla="*/ 314253 h 314253"/>
                <a:gd name="connsiteX4" fmla="*/ 0 w 212441"/>
                <a:gd name="connsiteY4" fmla="*/ 314253 h 314253"/>
                <a:gd name="connsiteX5" fmla="*/ 0 w 212441"/>
                <a:gd name="connsiteY5" fmla="*/ 2326 h 314253"/>
                <a:gd name="connsiteX6" fmla="*/ 81462 w 212441"/>
                <a:gd name="connsiteY6" fmla="*/ 0 h 314253"/>
                <a:gd name="connsiteX7" fmla="*/ 191143 w 212441"/>
                <a:gd name="connsiteY7" fmla="*/ 85175 h 314253"/>
                <a:gd name="connsiteX8" fmla="*/ 109231 w 212441"/>
                <a:gd name="connsiteY8" fmla="*/ 173558 h 314253"/>
                <a:gd name="connsiteX9" fmla="*/ 134693 w 212441"/>
                <a:gd name="connsiteY9" fmla="*/ 206898 h 314253"/>
                <a:gd name="connsiteX10" fmla="*/ 212441 w 212441"/>
                <a:gd name="connsiteY10" fmla="*/ 314253 h 314253"/>
                <a:gd name="connsiteX11" fmla="*/ 159659 w 212441"/>
                <a:gd name="connsiteY11" fmla="*/ 314253 h 314253"/>
                <a:gd name="connsiteX12" fmla="*/ 159659 w 212441"/>
                <a:gd name="connsiteY12" fmla="*/ 314253 h 314253"/>
                <a:gd name="connsiteX13" fmla="*/ 42588 w 212441"/>
                <a:gd name="connsiteY13" fmla="*/ 146745 h 314253"/>
                <a:gd name="connsiteX14" fmla="*/ 75900 w 212441"/>
                <a:gd name="connsiteY14" fmla="*/ 147186 h 314253"/>
                <a:gd name="connsiteX15" fmla="*/ 146726 w 212441"/>
                <a:gd name="connsiteY15" fmla="*/ 90277 h 314253"/>
                <a:gd name="connsiteX16" fmla="*/ 77757 w 212441"/>
                <a:gd name="connsiteY16" fmla="*/ 34747 h 314253"/>
                <a:gd name="connsiteX17" fmla="*/ 42588 w 212441"/>
                <a:gd name="connsiteY17" fmla="*/ 35676 h 314253"/>
                <a:gd name="connsiteX18" fmla="*/ 42588 w 212441"/>
                <a:gd name="connsiteY18" fmla="*/ 146745 h 314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2441" h="314253">
                  <a:moveTo>
                    <a:pt x="159659" y="314253"/>
                  </a:moveTo>
                  <a:lnTo>
                    <a:pt x="65246" y="179119"/>
                  </a:lnTo>
                  <a:lnTo>
                    <a:pt x="42588" y="179119"/>
                  </a:lnTo>
                  <a:lnTo>
                    <a:pt x="42588" y="314253"/>
                  </a:lnTo>
                  <a:lnTo>
                    <a:pt x="0" y="314253"/>
                  </a:lnTo>
                  <a:lnTo>
                    <a:pt x="0" y="2326"/>
                  </a:lnTo>
                  <a:cubicBezTo>
                    <a:pt x="0" y="2326"/>
                    <a:pt x="41200" y="0"/>
                    <a:pt x="81462" y="0"/>
                  </a:cubicBezTo>
                  <a:cubicBezTo>
                    <a:pt x="146726" y="0"/>
                    <a:pt x="191143" y="25462"/>
                    <a:pt x="191143" y="85175"/>
                  </a:cubicBezTo>
                  <a:cubicBezTo>
                    <a:pt x="191143" y="139298"/>
                    <a:pt x="153647" y="167068"/>
                    <a:pt x="109231" y="173558"/>
                  </a:cubicBezTo>
                  <a:cubicBezTo>
                    <a:pt x="109231" y="173558"/>
                    <a:pt x="122661" y="189754"/>
                    <a:pt x="134693" y="206898"/>
                  </a:cubicBezTo>
                  <a:lnTo>
                    <a:pt x="212441" y="314253"/>
                  </a:lnTo>
                  <a:lnTo>
                    <a:pt x="159659" y="314253"/>
                  </a:lnTo>
                  <a:lnTo>
                    <a:pt x="159659" y="314253"/>
                  </a:lnTo>
                  <a:close/>
                  <a:moveTo>
                    <a:pt x="42588" y="146745"/>
                  </a:moveTo>
                  <a:cubicBezTo>
                    <a:pt x="42588" y="146745"/>
                    <a:pt x="60172" y="147186"/>
                    <a:pt x="75900" y="147186"/>
                  </a:cubicBezTo>
                  <a:cubicBezTo>
                    <a:pt x="121254" y="147186"/>
                    <a:pt x="146726" y="125915"/>
                    <a:pt x="146726" y="90277"/>
                  </a:cubicBezTo>
                  <a:cubicBezTo>
                    <a:pt x="146726" y="54648"/>
                    <a:pt x="122661" y="34747"/>
                    <a:pt x="77757" y="34747"/>
                  </a:cubicBezTo>
                  <a:cubicBezTo>
                    <a:pt x="60632" y="34747"/>
                    <a:pt x="42588" y="35676"/>
                    <a:pt x="42588" y="35676"/>
                  </a:cubicBezTo>
                  <a:lnTo>
                    <a:pt x="42588" y="146745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F13F0EDA-0A5B-481E-A14C-C7C464FF65C0}"/>
                </a:ext>
              </a:extLst>
            </p:cNvPr>
            <p:cNvSpPr/>
            <p:nvPr/>
          </p:nvSpPr>
          <p:spPr>
            <a:xfrm>
              <a:off x="7441931" y="4054289"/>
              <a:ext cx="275361" cy="312387"/>
            </a:xfrm>
            <a:custGeom>
              <a:avLst/>
              <a:gdLst>
                <a:gd name="connsiteX0" fmla="*/ 163382 w 275361"/>
                <a:gd name="connsiteY0" fmla="*/ 312387 h 312387"/>
                <a:gd name="connsiteX1" fmla="*/ 111538 w 275361"/>
                <a:gd name="connsiteY1" fmla="*/ 312387 h 312387"/>
                <a:gd name="connsiteX2" fmla="*/ 0 w 275361"/>
                <a:gd name="connsiteY2" fmla="*/ 0 h 312387"/>
                <a:gd name="connsiteX3" fmla="*/ 47661 w 275361"/>
                <a:gd name="connsiteY3" fmla="*/ 0 h 312387"/>
                <a:gd name="connsiteX4" fmla="*/ 117522 w 275361"/>
                <a:gd name="connsiteY4" fmla="*/ 203175 h 312387"/>
                <a:gd name="connsiteX5" fmla="*/ 138351 w 275361"/>
                <a:gd name="connsiteY5" fmla="*/ 271206 h 312387"/>
                <a:gd name="connsiteX6" fmla="*/ 138867 w 275361"/>
                <a:gd name="connsiteY6" fmla="*/ 271206 h 312387"/>
                <a:gd name="connsiteX7" fmla="*/ 160568 w 275361"/>
                <a:gd name="connsiteY7" fmla="*/ 201309 h 312387"/>
                <a:gd name="connsiteX8" fmla="*/ 230917 w 275361"/>
                <a:gd name="connsiteY8" fmla="*/ 0 h 312387"/>
                <a:gd name="connsiteX9" fmla="*/ 275361 w 275361"/>
                <a:gd name="connsiteY9" fmla="*/ 0 h 312387"/>
                <a:gd name="connsiteX10" fmla="*/ 163382 w 275361"/>
                <a:gd name="connsiteY10" fmla="*/ 312387 h 3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5361" h="312387">
                  <a:moveTo>
                    <a:pt x="163382" y="312387"/>
                  </a:moveTo>
                  <a:lnTo>
                    <a:pt x="111538" y="312387"/>
                  </a:lnTo>
                  <a:lnTo>
                    <a:pt x="0" y="0"/>
                  </a:lnTo>
                  <a:lnTo>
                    <a:pt x="47661" y="0"/>
                  </a:lnTo>
                  <a:lnTo>
                    <a:pt x="117522" y="203175"/>
                  </a:lnTo>
                  <a:cubicBezTo>
                    <a:pt x="124499" y="222598"/>
                    <a:pt x="132349" y="248989"/>
                    <a:pt x="138351" y="271206"/>
                  </a:cubicBezTo>
                  <a:lnTo>
                    <a:pt x="138867" y="271206"/>
                  </a:lnTo>
                  <a:cubicBezTo>
                    <a:pt x="144869" y="249908"/>
                    <a:pt x="152710" y="224005"/>
                    <a:pt x="160568" y="201309"/>
                  </a:cubicBezTo>
                  <a:lnTo>
                    <a:pt x="230917" y="0"/>
                  </a:lnTo>
                  <a:lnTo>
                    <a:pt x="275361" y="0"/>
                  </a:lnTo>
                  <a:lnTo>
                    <a:pt x="163382" y="312387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4247680D-5C43-49D3-8704-F2547BAC55C0}"/>
                </a:ext>
              </a:extLst>
            </p:cNvPr>
            <p:cNvSpPr/>
            <p:nvPr/>
          </p:nvSpPr>
          <p:spPr>
            <a:xfrm>
              <a:off x="7861617" y="4054289"/>
              <a:ext cx="42606" cy="312387"/>
            </a:xfrm>
            <a:custGeom>
              <a:avLst/>
              <a:gdLst>
                <a:gd name="connsiteX0" fmla="*/ 0 w 42606"/>
                <a:gd name="connsiteY0" fmla="*/ 312387 h 312387"/>
                <a:gd name="connsiteX1" fmla="*/ 0 w 42606"/>
                <a:gd name="connsiteY1" fmla="*/ 0 h 312387"/>
                <a:gd name="connsiteX2" fmla="*/ 42607 w 42606"/>
                <a:gd name="connsiteY2" fmla="*/ 0 h 312387"/>
                <a:gd name="connsiteX3" fmla="*/ 42607 w 42606"/>
                <a:gd name="connsiteY3" fmla="*/ 312387 h 312387"/>
                <a:gd name="connsiteX4" fmla="*/ 0 w 42606"/>
                <a:gd name="connsiteY4" fmla="*/ 312387 h 3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606" h="312387">
                  <a:moveTo>
                    <a:pt x="0" y="312387"/>
                  </a:moveTo>
                  <a:lnTo>
                    <a:pt x="0" y="0"/>
                  </a:lnTo>
                  <a:lnTo>
                    <a:pt x="42607" y="0"/>
                  </a:lnTo>
                  <a:lnTo>
                    <a:pt x="42607" y="312387"/>
                  </a:lnTo>
                  <a:lnTo>
                    <a:pt x="0" y="312387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D2C90186-CCFA-4DBE-A0D5-8DB0D72A111F}"/>
                </a:ext>
              </a:extLst>
            </p:cNvPr>
            <p:cNvSpPr/>
            <p:nvPr/>
          </p:nvSpPr>
          <p:spPr>
            <a:xfrm>
              <a:off x="8068928" y="4051513"/>
              <a:ext cx="224464" cy="318886"/>
            </a:xfrm>
            <a:custGeom>
              <a:avLst/>
              <a:gdLst>
                <a:gd name="connsiteX0" fmla="*/ 224464 w 224464"/>
                <a:gd name="connsiteY0" fmla="*/ 306385 h 318886"/>
                <a:gd name="connsiteX1" fmla="*/ 139777 w 224464"/>
                <a:gd name="connsiteY1" fmla="*/ 318886 h 318886"/>
                <a:gd name="connsiteX2" fmla="*/ 0 w 224464"/>
                <a:gd name="connsiteY2" fmla="*/ 166158 h 318886"/>
                <a:gd name="connsiteX3" fmla="*/ 150412 w 224464"/>
                <a:gd name="connsiteY3" fmla="*/ 0 h 318886"/>
                <a:gd name="connsiteX4" fmla="*/ 220760 w 224464"/>
                <a:gd name="connsiteY4" fmla="*/ 10682 h 318886"/>
                <a:gd name="connsiteX5" fmla="*/ 220760 w 224464"/>
                <a:gd name="connsiteY5" fmla="*/ 52763 h 318886"/>
                <a:gd name="connsiteX6" fmla="*/ 144888 w 224464"/>
                <a:gd name="connsiteY6" fmla="*/ 36557 h 318886"/>
                <a:gd name="connsiteX7" fmla="*/ 45833 w 224464"/>
                <a:gd name="connsiteY7" fmla="*/ 161516 h 318886"/>
                <a:gd name="connsiteX8" fmla="*/ 147636 w 224464"/>
                <a:gd name="connsiteY8" fmla="*/ 280904 h 318886"/>
                <a:gd name="connsiteX9" fmla="*/ 224445 w 224464"/>
                <a:gd name="connsiteY9" fmla="*/ 268421 h 318886"/>
                <a:gd name="connsiteX10" fmla="*/ 224464 w 224464"/>
                <a:gd name="connsiteY10" fmla="*/ 306385 h 318886"/>
                <a:gd name="connsiteX11" fmla="*/ 224464 w 224464"/>
                <a:gd name="connsiteY11" fmla="*/ 306385 h 31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4464" h="318886">
                  <a:moveTo>
                    <a:pt x="224464" y="306385"/>
                  </a:moveTo>
                  <a:cubicBezTo>
                    <a:pt x="199002" y="313775"/>
                    <a:pt x="170341" y="318886"/>
                    <a:pt x="139777" y="318886"/>
                  </a:cubicBezTo>
                  <a:cubicBezTo>
                    <a:pt x="42128" y="318886"/>
                    <a:pt x="0" y="255938"/>
                    <a:pt x="0" y="166158"/>
                  </a:cubicBezTo>
                  <a:cubicBezTo>
                    <a:pt x="0" y="71276"/>
                    <a:pt x="47690" y="0"/>
                    <a:pt x="150412" y="0"/>
                  </a:cubicBezTo>
                  <a:cubicBezTo>
                    <a:pt x="174468" y="0"/>
                    <a:pt x="199480" y="3714"/>
                    <a:pt x="220760" y="10682"/>
                  </a:cubicBezTo>
                  <a:lnTo>
                    <a:pt x="220760" y="52763"/>
                  </a:lnTo>
                  <a:cubicBezTo>
                    <a:pt x="195785" y="42128"/>
                    <a:pt x="169872" y="36557"/>
                    <a:pt x="144888" y="36557"/>
                  </a:cubicBezTo>
                  <a:cubicBezTo>
                    <a:pt x="75468" y="36557"/>
                    <a:pt x="45833" y="92096"/>
                    <a:pt x="45833" y="161516"/>
                  </a:cubicBezTo>
                  <a:cubicBezTo>
                    <a:pt x="45833" y="237425"/>
                    <a:pt x="79623" y="280904"/>
                    <a:pt x="147636" y="280904"/>
                  </a:cubicBezTo>
                  <a:cubicBezTo>
                    <a:pt x="170782" y="280904"/>
                    <a:pt x="200399" y="275820"/>
                    <a:pt x="224445" y="268421"/>
                  </a:cubicBezTo>
                  <a:lnTo>
                    <a:pt x="224464" y="306385"/>
                  </a:lnTo>
                  <a:lnTo>
                    <a:pt x="224464" y="306385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690C5026-4354-463E-9678-AA6F6ED72ECB}"/>
                </a:ext>
              </a:extLst>
            </p:cNvPr>
            <p:cNvSpPr/>
            <p:nvPr/>
          </p:nvSpPr>
          <p:spPr>
            <a:xfrm>
              <a:off x="8460844" y="4054289"/>
              <a:ext cx="178659" cy="312387"/>
            </a:xfrm>
            <a:custGeom>
              <a:avLst/>
              <a:gdLst>
                <a:gd name="connsiteX0" fmla="*/ 0 w 178659"/>
                <a:gd name="connsiteY0" fmla="*/ 312387 h 312387"/>
                <a:gd name="connsiteX1" fmla="*/ 0 w 178659"/>
                <a:gd name="connsiteY1" fmla="*/ 0 h 312387"/>
                <a:gd name="connsiteX2" fmla="*/ 176822 w 178659"/>
                <a:gd name="connsiteY2" fmla="*/ 0 h 312387"/>
                <a:gd name="connsiteX3" fmla="*/ 176822 w 178659"/>
                <a:gd name="connsiteY3" fmla="*/ 35179 h 312387"/>
                <a:gd name="connsiteX4" fmla="*/ 42597 w 178659"/>
                <a:gd name="connsiteY4" fmla="*/ 35179 h 312387"/>
                <a:gd name="connsiteX5" fmla="*/ 42597 w 178659"/>
                <a:gd name="connsiteY5" fmla="*/ 134196 h 312387"/>
                <a:gd name="connsiteX6" fmla="*/ 165708 w 178659"/>
                <a:gd name="connsiteY6" fmla="*/ 134196 h 312387"/>
                <a:gd name="connsiteX7" fmla="*/ 165708 w 178659"/>
                <a:gd name="connsiteY7" fmla="*/ 168447 h 312387"/>
                <a:gd name="connsiteX8" fmla="*/ 42597 w 178659"/>
                <a:gd name="connsiteY8" fmla="*/ 168447 h 312387"/>
                <a:gd name="connsiteX9" fmla="*/ 42597 w 178659"/>
                <a:gd name="connsiteY9" fmla="*/ 276740 h 312387"/>
                <a:gd name="connsiteX10" fmla="*/ 178660 w 178659"/>
                <a:gd name="connsiteY10" fmla="*/ 276740 h 312387"/>
                <a:gd name="connsiteX11" fmla="*/ 178660 w 178659"/>
                <a:gd name="connsiteY11" fmla="*/ 312387 h 312387"/>
                <a:gd name="connsiteX12" fmla="*/ 0 w 178659"/>
                <a:gd name="connsiteY12" fmla="*/ 312387 h 3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59" h="312387">
                  <a:moveTo>
                    <a:pt x="0" y="312387"/>
                  </a:moveTo>
                  <a:lnTo>
                    <a:pt x="0" y="0"/>
                  </a:lnTo>
                  <a:lnTo>
                    <a:pt x="176822" y="0"/>
                  </a:lnTo>
                  <a:lnTo>
                    <a:pt x="176822" y="35179"/>
                  </a:lnTo>
                  <a:lnTo>
                    <a:pt x="42597" y="35179"/>
                  </a:lnTo>
                  <a:lnTo>
                    <a:pt x="42597" y="134196"/>
                  </a:lnTo>
                  <a:lnTo>
                    <a:pt x="165708" y="134196"/>
                  </a:lnTo>
                  <a:lnTo>
                    <a:pt x="165708" y="168447"/>
                  </a:lnTo>
                  <a:lnTo>
                    <a:pt x="42597" y="168447"/>
                  </a:lnTo>
                  <a:lnTo>
                    <a:pt x="42597" y="276740"/>
                  </a:lnTo>
                  <a:lnTo>
                    <a:pt x="178660" y="276740"/>
                  </a:lnTo>
                  <a:lnTo>
                    <a:pt x="178660" y="312387"/>
                  </a:lnTo>
                  <a:lnTo>
                    <a:pt x="0" y="312387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8336428F-68D1-4312-B122-4EF8090DF441}"/>
                </a:ext>
              </a:extLst>
            </p:cNvPr>
            <p:cNvSpPr/>
            <p:nvPr/>
          </p:nvSpPr>
          <p:spPr>
            <a:xfrm>
              <a:off x="8804208" y="4050163"/>
              <a:ext cx="187410" cy="320668"/>
            </a:xfrm>
            <a:custGeom>
              <a:avLst/>
              <a:gdLst>
                <a:gd name="connsiteX0" fmla="*/ 163363 w 187410"/>
                <a:gd name="connsiteY0" fmla="*/ 43478 h 320668"/>
                <a:gd name="connsiteX1" fmla="*/ 106906 w 187410"/>
                <a:gd name="connsiteY1" fmla="*/ 35122 h 320668"/>
                <a:gd name="connsiteX2" fmla="*/ 43507 w 187410"/>
                <a:gd name="connsiteY2" fmla="*/ 81874 h 320668"/>
                <a:gd name="connsiteX3" fmla="*/ 187410 w 187410"/>
                <a:gd name="connsiteY3" fmla="*/ 229491 h 320668"/>
                <a:gd name="connsiteX4" fmla="*/ 74972 w 187410"/>
                <a:gd name="connsiteY4" fmla="*/ 320668 h 320668"/>
                <a:gd name="connsiteX5" fmla="*/ 4624 w 187410"/>
                <a:gd name="connsiteY5" fmla="*/ 312350 h 320668"/>
                <a:gd name="connsiteX6" fmla="*/ 4624 w 187410"/>
                <a:gd name="connsiteY6" fmla="*/ 270700 h 320668"/>
                <a:gd name="connsiteX7" fmla="*/ 77288 w 187410"/>
                <a:gd name="connsiteY7" fmla="*/ 284130 h 320668"/>
                <a:gd name="connsiteX8" fmla="*/ 143003 w 187410"/>
                <a:gd name="connsiteY8" fmla="*/ 232745 h 320668"/>
                <a:gd name="connsiteX9" fmla="*/ 0 w 187410"/>
                <a:gd name="connsiteY9" fmla="*/ 85138 h 320668"/>
                <a:gd name="connsiteX10" fmla="*/ 109700 w 187410"/>
                <a:gd name="connsiteY10" fmla="*/ 0 h 320668"/>
                <a:gd name="connsiteX11" fmla="*/ 163363 w 187410"/>
                <a:gd name="connsiteY11" fmla="*/ 5074 h 320668"/>
                <a:gd name="connsiteX12" fmla="*/ 163363 w 187410"/>
                <a:gd name="connsiteY12" fmla="*/ 43478 h 320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7410" h="320668">
                  <a:moveTo>
                    <a:pt x="163363" y="43478"/>
                  </a:moveTo>
                  <a:cubicBezTo>
                    <a:pt x="146735" y="38846"/>
                    <a:pt x="124940" y="35122"/>
                    <a:pt x="106906" y="35122"/>
                  </a:cubicBezTo>
                  <a:cubicBezTo>
                    <a:pt x="65265" y="35122"/>
                    <a:pt x="43507" y="52707"/>
                    <a:pt x="43507" y="81874"/>
                  </a:cubicBezTo>
                  <a:cubicBezTo>
                    <a:pt x="43507" y="150356"/>
                    <a:pt x="187410" y="126281"/>
                    <a:pt x="187410" y="229491"/>
                  </a:cubicBezTo>
                  <a:cubicBezTo>
                    <a:pt x="187410" y="281804"/>
                    <a:pt x="148123" y="320668"/>
                    <a:pt x="74972" y="320668"/>
                  </a:cubicBezTo>
                  <a:cubicBezTo>
                    <a:pt x="49509" y="320668"/>
                    <a:pt x="24047" y="317424"/>
                    <a:pt x="4624" y="312350"/>
                  </a:cubicBezTo>
                  <a:lnTo>
                    <a:pt x="4624" y="270700"/>
                  </a:lnTo>
                  <a:cubicBezTo>
                    <a:pt x="24525" y="278578"/>
                    <a:pt x="52304" y="284130"/>
                    <a:pt x="77288" y="284130"/>
                  </a:cubicBezTo>
                  <a:cubicBezTo>
                    <a:pt x="115224" y="284130"/>
                    <a:pt x="143003" y="269312"/>
                    <a:pt x="143003" y="232745"/>
                  </a:cubicBezTo>
                  <a:cubicBezTo>
                    <a:pt x="143003" y="160569"/>
                    <a:pt x="0" y="186031"/>
                    <a:pt x="0" y="85138"/>
                  </a:cubicBezTo>
                  <a:cubicBezTo>
                    <a:pt x="0" y="35132"/>
                    <a:pt x="40281" y="0"/>
                    <a:pt x="109700" y="0"/>
                  </a:cubicBezTo>
                  <a:cubicBezTo>
                    <a:pt x="127735" y="0"/>
                    <a:pt x="146717" y="1829"/>
                    <a:pt x="163363" y="5074"/>
                  </a:cubicBezTo>
                  <a:lnTo>
                    <a:pt x="163363" y="43478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3BF73826-5B97-4A60-87F1-70C77C2E2DC6}"/>
                </a:ext>
              </a:extLst>
            </p:cNvPr>
            <p:cNvSpPr/>
            <p:nvPr/>
          </p:nvSpPr>
          <p:spPr>
            <a:xfrm>
              <a:off x="10331125" y="2491153"/>
              <a:ext cx="760406" cy="937846"/>
            </a:xfrm>
            <a:custGeom>
              <a:avLst/>
              <a:gdLst>
                <a:gd name="connsiteX0" fmla="*/ 569555 w 760406"/>
                <a:gd name="connsiteY0" fmla="*/ 937846 h 937846"/>
                <a:gd name="connsiteX1" fmla="*/ 274320 w 760406"/>
                <a:gd name="connsiteY1" fmla="*/ 462658 h 937846"/>
                <a:gd name="connsiteX2" fmla="*/ 164311 w 760406"/>
                <a:gd name="connsiteY2" fmla="*/ 259821 h 937846"/>
                <a:gd name="connsiteX3" fmla="*/ 161498 w 760406"/>
                <a:gd name="connsiteY3" fmla="*/ 259821 h 937846"/>
                <a:gd name="connsiteX4" fmla="*/ 175472 w 760406"/>
                <a:gd name="connsiteY4" fmla="*/ 682171 h 937846"/>
                <a:gd name="connsiteX5" fmla="*/ 175472 w 760406"/>
                <a:gd name="connsiteY5" fmla="*/ 937846 h 937846"/>
                <a:gd name="connsiteX6" fmla="*/ 0 w 760406"/>
                <a:gd name="connsiteY6" fmla="*/ 937846 h 937846"/>
                <a:gd name="connsiteX7" fmla="*/ 0 w 760406"/>
                <a:gd name="connsiteY7" fmla="*/ 0 h 937846"/>
                <a:gd name="connsiteX8" fmla="*/ 206046 w 760406"/>
                <a:gd name="connsiteY8" fmla="*/ 0 h 937846"/>
                <a:gd name="connsiteX9" fmla="*/ 483272 w 760406"/>
                <a:gd name="connsiteY9" fmla="*/ 444595 h 937846"/>
                <a:gd name="connsiteX10" fmla="*/ 596002 w 760406"/>
                <a:gd name="connsiteY10" fmla="*/ 650228 h 937846"/>
                <a:gd name="connsiteX11" fmla="*/ 598816 w 760406"/>
                <a:gd name="connsiteY11" fmla="*/ 650228 h 937846"/>
                <a:gd name="connsiteX12" fmla="*/ 584935 w 760406"/>
                <a:gd name="connsiteY12" fmla="*/ 227859 h 937846"/>
                <a:gd name="connsiteX13" fmla="*/ 584935 w 760406"/>
                <a:gd name="connsiteY13" fmla="*/ 0 h 937846"/>
                <a:gd name="connsiteX14" fmla="*/ 760406 w 760406"/>
                <a:gd name="connsiteY14" fmla="*/ 0 h 937846"/>
                <a:gd name="connsiteX15" fmla="*/ 760406 w 760406"/>
                <a:gd name="connsiteY15" fmla="*/ 937846 h 937846"/>
                <a:gd name="connsiteX16" fmla="*/ 569555 w 760406"/>
                <a:gd name="connsiteY16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0406" h="937846">
                  <a:moveTo>
                    <a:pt x="569555" y="937846"/>
                  </a:moveTo>
                  <a:lnTo>
                    <a:pt x="274320" y="462658"/>
                  </a:lnTo>
                  <a:cubicBezTo>
                    <a:pt x="221425" y="377915"/>
                    <a:pt x="192165" y="322338"/>
                    <a:pt x="164311" y="259821"/>
                  </a:cubicBezTo>
                  <a:lnTo>
                    <a:pt x="161498" y="259821"/>
                  </a:lnTo>
                  <a:cubicBezTo>
                    <a:pt x="168438" y="354300"/>
                    <a:pt x="175472" y="530737"/>
                    <a:pt x="175472" y="682171"/>
                  </a:cubicBezTo>
                  <a:lnTo>
                    <a:pt x="175472" y="937846"/>
                  </a:lnTo>
                  <a:lnTo>
                    <a:pt x="0" y="937846"/>
                  </a:lnTo>
                  <a:lnTo>
                    <a:pt x="0" y="0"/>
                  </a:lnTo>
                  <a:lnTo>
                    <a:pt x="206046" y="0"/>
                  </a:lnTo>
                  <a:lnTo>
                    <a:pt x="483272" y="444595"/>
                  </a:lnTo>
                  <a:cubicBezTo>
                    <a:pt x="532041" y="521020"/>
                    <a:pt x="569555" y="591884"/>
                    <a:pt x="596002" y="650228"/>
                  </a:cubicBezTo>
                  <a:lnTo>
                    <a:pt x="598816" y="650228"/>
                  </a:lnTo>
                  <a:cubicBezTo>
                    <a:pt x="591875" y="547440"/>
                    <a:pt x="584935" y="382088"/>
                    <a:pt x="584935" y="227859"/>
                  </a:cubicBezTo>
                  <a:lnTo>
                    <a:pt x="584935" y="0"/>
                  </a:lnTo>
                  <a:lnTo>
                    <a:pt x="760406" y="0"/>
                  </a:lnTo>
                  <a:lnTo>
                    <a:pt x="760406" y="937846"/>
                  </a:lnTo>
                  <a:lnTo>
                    <a:pt x="569555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9165B0A5-01CC-43B0-9B61-8A8283B54AEF}"/>
                </a:ext>
              </a:extLst>
            </p:cNvPr>
            <p:cNvSpPr/>
            <p:nvPr/>
          </p:nvSpPr>
          <p:spPr>
            <a:xfrm>
              <a:off x="9515105" y="2491153"/>
              <a:ext cx="570960" cy="937846"/>
            </a:xfrm>
            <a:custGeom>
              <a:avLst/>
              <a:gdLst>
                <a:gd name="connsiteX0" fmla="*/ 0 w 570960"/>
                <a:gd name="connsiteY0" fmla="*/ 937846 h 937846"/>
                <a:gd name="connsiteX1" fmla="*/ 0 w 570960"/>
                <a:gd name="connsiteY1" fmla="*/ 0 h 937846"/>
                <a:gd name="connsiteX2" fmla="*/ 566834 w 570960"/>
                <a:gd name="connsiteY2" fmla="*/ 0 h 937846"/>
                <a:gd name="connsiteX3" fmla="*/ 566834 w 570960"/>
                <a:gd name="connsiteY3" fmla="*/ 151434 h 937846"/>
                <a:gd name="connsiteX4" fmla="*/ 181004 w 570960"/>
                <a:gd name="connsiteY4" fmla="*/ 151434 h 937846"/>
                <a:gd name="connsiteX5" fmla="*/ 181004 w 570960"/>
                <a:gd name="connsiteY5" fmla="*/ 383467 h 937846"/>
                <a:gd name="connsiteX6" fmla="*/ 536073 w 570960"/>
                <a:gd name="connsiteY6" fmla="*/ 383467 h 937846"/>
                <a:gd name="connsiteX7" fmla="*/ 536073 w 570960"/>
                <a:gd name="connsiteY7" fmla="*/ 527961 h 937846"/>
                <a:gd name="connsiteX8" fmla="*/ 181004 w 570960"/>
                <a:gd name="connsiteY8" fmla="*/ 527961 h 937846"/>
                <a:gd name="connsiteX9" fmla="*/ 181004 w 570960"/>
                <a:gd name="connsiteY9" fmla="*/ 782229 h 937846"/>
                <a:gd name="connsiteX10" fmla="*/ 570960 w 570960"/>
                <a:gd name="connsiteY10" fmla="*/ 782229 h 937846"/>
                <a:gd name="connsiteX11" fmla="*/ 570960 w 570960"/>
                <a:gd name="connsiteY11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0960" h="937846">
                  <a:moveTo>
                    <a:pt x="0" y="937846"/>
                  </a:moveTo>
                  <a:lnTo>
                    <a:pt x="0" y="0"/>
                  </a:lnTo>
                  <a:lnTo>
                    <a:pt x="566834" y="0"/>
                  </a:lnTo>
                  <a:lnTo>
                    <a:pt x="566834" y="151434"/>
                  </a:lnTo>
                  <a:lnTo>
                    <a:pt x="181004" y="151434"/>
                  </a:lnTo>
                  <a:lnTo>
                    <a:pt x="181004" y="383467"/>
                  </a:lnTo>
                  <a:lnTo>
                    <a:pt x="536073" y="383467"/>
                  </a:lnTo>
                  <a:lnTo>
                    <a:pt x="536073" y="527961"/>
                  </a:lnTo>
                  <a:lnTo>
                    <a:pt x="181004" y="527961"/>
                  </a:lnTo>
                  <a:lnTo>
                    <a:pt x="181004" y="782229"/>
                  </a:lnTo>
                  <a:lnTo>
                    <a:pt x="570960" y="782229"/>
                  </a:lnTo>
                  <a:lnTo>
                    <a:pt x="570960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2EF1B87B-EE30-4557-9D76-21CCE078A28B}"/>
                </a:ext>
              </a:extLst>
            </p:cNvPr>
            <p:cNvSpPr/>
            <p:nvPr/>
          </p:nvSpPr>
          <p:spPr>
            <a:xfrm>
              <a:off x="8439996" y="2477254"/>
              <a:ext cx="796653" cy="965615"/>
            </a:xfrm>
            <a:custGeom>
              <a:avLst/>
              <a:gdLst>
                <a:gd name="connsiteX0" fmla="*/ 796654 w 796653"/>
                <a:gd name="connsiteY0" fmla="*/ 907263 h 965615"/>
                <a:gd name="connsiteX1" fmla="*/ 474935 w 796653"/>
                <a:gd name="connsiteY1" fmla="*/ 965616 h 965615"/>
                <a:gd name="connsiteX2" fmla="*/ 0 w 796653"/>
                <a:gd name="connsiteY2" fmla="*/ 502948 h 965615"/>
                <a:gd name="connsiteX3" fmla="*/ 522268 w 796653"/>
                <a:gd name="connsiteY3" fmla="*/ 0 h 965615"/>
                <a:gd name="connsiteX4" fmla="*/ 759027 w 796653"/>
                <a:gd name="connsiteY4" fmla="*/ 31952 h 965615"/>
                <a:gd name="connsiteX5" fmla="*/ 759027 w 796653"/>
                <a:gd name="connsiteY5" fmla="*/ 208408 h 965615"/>
                <a:gd name="connsiteX6" fmla="*/ 511107 w 796653"/>
                <a:gd name="connsiteY6" fmla="*/ 161169 h 965615"/>
                <a:gd name="connsiteX7" fmla="*/ 196347 w 796653"/>
                <a:gd name="connsiteY7" fmla="*/ 483507 h 965615"/>
                <a:gd name="connsiteX8" fmla="*/ 495773 w 796653"/>
                <a:gd name="connsiteY8" fmla="*/ 803040 h 965615"/>
                <a:gd name="connsiteX9" fmla="*/ 615546 w 796653"/>
                <a:gd name="connsiteY9" fmla="*/ 786403 h 965615"/>
                <a:gd name="connsiteX10" fmla="*/ 615546 w 796653"/>
                <a:gd name="connsiteY10" fmla="*/ 459882 h 965615"/>
                <a:gd name="connsiteX11" fmla="*/ 796635 w 796653"/>
                <a:gd name="connsiteY11" fmla="*/ 459882 h 965615"/>
                <a:gd name="connsiteX12" fmla="*/ 796654 w 796653"/>
                <a:gd name="connsiteY12" fmla="*/ 907263 h 965615"/>
                <a:gd name="connsiteX13" fmla="*/ 796654 w 796653"/>
                <a:gd name="connsiteY13" fmla="*/ 907263 h 96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6653" h="965615">
                  <a:moveTo>
                    <a:pt x="796654" y="907263"/>
                  </a:moveTo>
                  <a:cubicBezTo>
                    <a:pt x="703281" y="944758"/>
                    <a:pt x="587701" y="965616"/>
                    <a:pt x="474935" y="965616"/>
                  </a:cubicBezTo>
                  <a:cubicBezTo>
                    <a:pt x="165726" y="965616"/>
                    <a:pt x="0" y="782211"/>
                    <a:pt x="0" y="502948"/>
                  </a:cubicBezTo>
                  <a:cubicBezTo>
                    <a:pt x="0" y="205632"/>
                    <a:pt x="182420" y="0"/>
                    <a:pt x="522268" y="0"/>
                  </a:cubicBezTo>
                  <a:cubicBezTo>
                    <a:pt x="601638" y="0"/>
                    <a:pt x="689410" y="12501"/>
                    <a:pt x="759027" y="31952"/>
                  </a:cubicBezTo>
                  <a:lnTo>
                    <a:pt x="759027" y="208408"/>
                  </a:lnTo>
                  <a:cubicBezTo>
                    <a:pt x="682386" y="176456"/>
                    <a:pt x="591893" y="161169"/>
                    <a:pt x="511107" y="161169"/>
                  </a:cubicBezTo>
                  <a:cubicBezTo>
                    <a:pt x="288256" y="161169"/>
                    <a:pt x="196347" y="308439"/>
                    <a:pt x="196347" y="483507"/>
                  </a:cubicBezTo>
                  <a:cubicBezTo>
                    <a:pt x="196347" y="680792"/>
                    <a:pt x="300758" y="803040"/>
                    <a:pt x="495773" y="803040"/>
                  </a:cubicBezTo>
                  <a:cubicBezTo>
                    <a:pt x="540349" y="803040"/>
                    <a:pt x="579326" y="797516"/>
                    <a:pt x="615546" y="786403"/>
                  </a:cubicBezTo>
                  <a:lnTo>
                    <a:pt x="615546" y="459882"/>
                  </a:lnTo>
                  <a:lnTo>
                    <a:pt x="796635" y="459882"/>
                  </a:lnTo>
                  <a:lnTo>
                    <a:pt x="796654" y="907263"/>
                  </a:lnTo>
                  <a:lnTo>
                    <a:pt x="796654" y="907263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4" name="Freihandform: Form 73">
              <a:extLst>
                <a:ext uri="{FF2B5EF4-FFF2-40B4-BE49-F238E27FC236}">
                  <a16:creationId xmlns:a16="http://schemas.microsoft.com/office/drawing/2014/main" id="{D6C9F49E-C3E6-4227-8F40-AF3FF8260999}"/>
                </a:ext>
              </a:extLst>
            </p:cNvPr>
            <p:cNvSpPr/>
            <p:nvPr/>
          </p:nvSpPr>
          <p:spPr>
            <a:xfrm>
              <a:off x="7472101" y="2491153"/>
              <a:ext cx="866251" cy="937846"/>
            </a:xfrm>
            <a:custGeom>
              <a:avLst/>
              <a:gdLst>
                <a:gd name="connsiteX0" fmla="*/ 665731 w 866251"/>
                <a:gd name="connsiteY0" fmla="*/ 937846 h 937846"/>
                <a:gd name="connsiteX1" fmla="*/ 601638 w 866251"/>
                <a:gd name="connsiteY1" fmla="*/ 737785 h 937846"/>
                <a:gd name="connsiteX2" fmla="*/ 247920 w 866251"/>
                <a:gd name="connsiteY2" fmla="*/ 737785 h 937846"/>
                <a:gd name="connsiteX3" fmla="*/ 182486 w 866251"/>
                <a:gd name="connsiteY3" fmla="*/ 937846 h 937846"/>
                <a:gd name="connsiteX4" fmla="*/ 0 w 866251"/>
                <a:gd name="connsiteY4" fmla="*/ 937846 h 937846"/>
                <a:gd name="connsiteX5" fmla="*/ 314788 w 866251"/>
                <a:gd name="connsiteY5" fmla="*/ 0 h 937846"/>
                <a:gd name="connsiteX6" fmla="*/ 550122 w 866251"/>
                <a:gd name="connsiteY6" fmla="*/ 0 h 937846"/>
                <a:gd name="connsiteX7" fmla="*/ 866251 w 866251"/>
                <a:gd name="connsiteY7" fmla="*/ 937846 h 937846"/>
                <a:gd name="connsiteX8" fmla="*/ 665731 w 866251"/>
                <a:gd name="connsiteY8" fmla="*/ 937846 h 937846"/>
                <a:gd name="connsiteX9" fmla="*/ 463793 w 866251"/>
                <a:gd name="connsiteY9" fmla="*/ 301499 h 937846"/>
                <a:gd name="connsiteX10" fmla="*/ 426176 w 866251"/>
                <a:gd name="connsiteY10" fmla="*/ 161169 h 937846"/>
                <a:gd name="connsiteX11" fmla="*/ 423382 w 866251"/>
                <a:gd name="connsiteY11" fmla="*/ 161169 h 937846"/>
                <a:gd name="connsiteX12" fmla="*/ 387162 w 866251"/>
                <a:gd name="connsiteY12" fmla="*/ 300101 h 937846"/>
                <a:gd name="connsiteX13" fmla="*/ 289729 w 866251"/>
                <a:gd name="connsiteY13" fmla="*/ 594670 h 937846"/>
                <a:gd name="connsiteX14" fmla="*/ 561282 w 866251"/>
                <a:gd name="connsiteY14" fmla="*/ 594670 h 937846"/>
                <a:gd name="connsiteX15" fmla="*/ 463793 w 866251"/>
                <a:gd name="connsiteY15" fmla="*/ 301499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6251" h="937846">
                  <a:moveTo>
                    <a:pt x="665731" y="937846"/>
                  </a:moveTo>
                  <a:lnTo>
                    <a:pt x="601638" y="737785"/>
                  </a:lnTo>
                  <a:lnTo>
                    <a:pt x="247920" y="737785"/>
                  </a:lnTo>
                  <a:lnTo>
                    <a:pt x="182486" y="937846"/>
                  </a:lnTo>
                  <a:lnTo>
                    <a:pt x="0" y="937846"/>
                  </a:lnTo>
                  <a:lnTo>
                    <a:pt x="314788" y="0"/>
                  </a:lnTo>
                  <a:lnTo>
                    <a:pt x="550122" y="0"/>
                  </a:lnTo>
                  <a:lnTo>
                    <a:pt x="866251" y="937846"/>
                  </a:lnTo>
                  <a:lnTo>
                    <a:pt x="665731" y="937846"/>
                  </a:lnTo>
                  <a:close/>
                  <a:moveTo>
                    <a:pt x="463793" y="301499"/>
                  </a:moveTo>
                  <a:cubicBezTo>
                    <a:pt x="448459" y="252862"/>
                    <a:pt x="435920" y="205632"/>
                    <a:pt x="426176" y="161169"/>
                  </a:cubicBezTo>
                  <a:lnTo>
                    <a:pt x="423382" y="161169"/>
                  </a:lnTo>
                  <a:cubicBezTo>
                    <a:pt x="413637" y="205632"/>
                    <a:pt x="401089" y="254260"/>
                    <a:pt x="387162" y="300101"/>
                  </a:cubicBezTo>
                  <a:lnTo>
                    <a:pt x="289729" y="594670"/>
                  </a:lnTo>
                  <a:lnTo>
                    <a:pt x="561282" y="594670"/>
                  </a:lnTo>
                  <a:lnTo>
                    <a:pt x="463793" y="301499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5" name="Freihandform: Form 74">
              <a:extLst>
                <a:ext uri="{FF2B5EF4-FFF2-40B4-BE49-F238E27FC236}">
                  <a16:creationId xmlns:a16="http://schemas.microsoft.com/office/drawing/2014/main" id="{96816AAA-DD26-48B8-A735-4AE5ED45A8EC}"/>
                </a:ext>
              </a:extLst>
            </p:cNvPr>
            <p:cNvSpPr/>
            <p:nvPr/>
          </p:nvSpPr>
          <p:spPr>
            <a:xfrm>
              <a:off x="6164490" y="2491153"/>
              <a:ext cx="1265980" cy="937846"/>
            </a:xfrm>
            <a:custGeom>
              <a:avLst/>
              <a:gdLst>
                <a:gd name="connsiteX0" fmla="*/ 1031997 w 1265980"/>
                <a:gd name="connsiteY0" fmla="*/ 937846 h 937846"/>
                <a:gd name="connsiteX1" fmla="*/ 807777 w 1265980"/>
                <a:gd name="connsiteY1" fmla="*/ 937846 h 937846"/>
                <a:gd name="connsiteX2" fmla="*/ 664333 w 1265980"/>
                <a:gd name="connsiteY2" fmla="*/ 425154 h 937846"/>
                <a:gd name="connsiteX3" fmla="*/ 633684 w 1265980"/>
                <a:gd name="connsiteY3" fmla="*/ 254269 h 937846"/>
                <a:gd name="connsiteX4" fmla="*/ 630898 w 1265980"/>
                <a:gd name="connsiteY4" fmla="*/ 254269 h 937846"/>
                <a:gd name="connsiteX5" fmla="*/ 601647 w 1265980"/>
                <a:gd name="connsiteY5" fmla="*/ 425154 h 937846"/>
                <a:gd name="connsiteX6" fmla="*/ 460999 w 1265980"/>
                <a:gd name="connsiteY6" fmla="*/ 937846 h 937846"/>
                <a:gd name="connsiteX7" fmla="*/ 235381 w 1265980"/>
                <a:gd name="connsiteY7" fmla="*/ 937846 h 937846"/>
                <a:gd name="connsiteX8" fmla="*/ 0 w 1265980"/>
                <a:gd name="connsiteY8" fmla="*/ 0 h 937846"/>
                <a:gd name="connsiteX9" fmla="*/ 193600 w 1265980"/>
                <a:gd name="connsiteY9" fmla="*/ 0 h 937846"/>
                <a:gd name="connsiteX10" fmla="*/ 318934 w 1265980"/>
                <a:gd name="connsiteY10" fmla="*/ 512683 h 937846"/>
                <a:gd name="connsiteX11" fmla="*/ 359327 w 1265980"/>
                <a:gd name="connsiteY11" fmla="*/ 746104 h 937846"/>
                <a:gd name="connsiteX12" fmla="*/ 362112 w 1265980"/>
                <a:gd name="connsiteY12" fmla="*/ 746104 h 937846"/>
                <a:gd name="connsiteX13" fmla="*/ 406679 w 1265980"/>
                <a:gd name="connsiteY13" fmla="*/ 515459 h 937846"/>
                <a:gd name="connsiteX14" fmla="*/ 548725 w 1265980"/>
                <a:gd name="connsiteY14" fmla="*/ 0 h 937846"/>
                <a:gd name="connsiteX15" fmla="*/ 729785 w 1265980"/>
                <a:gd name="connsiteY15" fmla="*/ 0 h 937846"/>
                <a:gd name="connsiteX16" fmla="*/ 876014 w 1265980"/>
                <a:gd name="connsiteY16" fmla="*/ 521030 h 937846"/>
                <a:gd name="connsiteX17" fmla="*/ 924754 w 1265980"/>
                <a:gd name="connsiteY17" fmla="*/ 746104 h 937846"/>
                <a:gd name="connsiteX18" fmla="*/ 927549 w 1265980"/>
                <a:gd name="connsiteY18" fmla="*/ 746104 h 937846"/>
                <a:gd name="connsiteX19" fmla="*/ 963769 w 1265980"/>
                <a:gd name="connsiteY19" fmla="*/ 523806 h 937846"/>
                <a:gd name="connsiteX20" fmla="*/ 1087724 w 1265980"/>
                <a:gd name="connsiteY20" fmla="*/ 0 h 937846"/>
                <a:gd name="connsiteX21" fmla="*/ 1265980 w 1265980"/>
                <a:gd name="connsiteY21" fmla="*/ 0 h 937846"/>
                <a:gd name="connsiteX22" fmla="*/ 1031997 w 1265980"/>
                <a:gd name="connsiteY22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65980" h="937846">
                  <a:moveTo>
                    <a:pt x="1031997" y="937846"/>
                  </a:moveTo>
                  <a:lnTo>
                    <a:pt x="807777" y="937846"/>
                  </a:lnTo>
                  <a:lnTo>
                    <a:pt x="664333" y="425154"/>
                  </a:lnTo>
                  <a:cubicBezTo>
                    <a:pt x="651794" y="375139"/>
                    <a:pt x="640662" y="311215"/>
                    <a:pt x="633684" y="254269"/>
                  </a:cubicBezTo>
                  <a:lnTo>
                    <a:pt x="630898" y="254269"/>
                  </a:lnTo>
                  <a:cubicBezTo>
                    <a:pt x="622524" y="314000"/>
                    <a:pt x="614186" y="375139"/>
                    <a:pt x="601647" y="425154"/>
                  </a:cubicBezTo>
                  <a:lnTo>
                    <a:pt x="460999" y="937846"/>
                  </a:lnTo>
                  <a:lnTo>
                    <a:pt x="235381" y="937846"/>
                  </a:lnTo>
                  <a:lnTo>
                    <a:pt x="0" y="0"/>
                  </a:lnTo>
                  <a:lnTo>
                    <a:pt x="193600" y="0"/>
                  </a:lnTo>
                  <a:lnTo>
                    <a:pt x="318934" y="512683"/>
                  </a:lnTo>
                  <a:cubicBezTo>
                    <a:pt x="337034" y="600203"/>
                    <a:pt x="349573" y="675249"/>
                    <a:pt x="359327" y="746104"/>
                  </a:cubicBezTo>
                  <a:lnTo>
                    <a:pt x="362112" y="746104"/>
                  </a:lnTo>
                  <a:cubicBezTo>
                    <a:pt x="371875" y="675249"/>
                    <a:pt x="385793" y="597436"/>
                    <a:pt x="406679" y="515459"/>
                  </a:cubicBezTo>
                  <a:lnTo>
                    <a:pt x="548725" y="0"/>
                  </a:lnTo>
                  <a:lnTo>
                    <a:pt x="729785" y="0"/>
                  </a:lnTo>
                  <a:lnTo>
                    <a:pt x="876014" y="521030"/>
                  </a:lnTo>
                  <a:cubicBezTo>
                    <a:pt x="895521" y="590487"/>
                    <a:pt x="913622" y="671057"/>
                    <a:pt x="924754" y="746104"/>
                  </a:cubicBezTo>
                  <a:lnTo>
                    <a:pt x="927549" y="746104"/>
                  </a:lnTo>
                  <a:cubicBezTo>
                    <a:pt x="937293" y="673852"/>
                    <a:pt x="948426" y="597436"/>
                    <a:pt x="963769" y="523806"/>
                  </a:cubicBezTo>
                  <a:lnTo>
                    <a:pt x="1087724" y="0"/>
                  </a:lnTo>
                  <a:lnTo>
                    <a:pt x="1265980" y="0"/>
                  </a:lnTo>
                  <a:lnTo>
                    <a:pt x="1031997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6" name="Freihandform: Form 75">
              <a:extLst>
                <a:ext uri="{FF2B5EF4-FFF2-40B4-BE49-F238E27FC236}">
                  <a16:creationId xmlns:a16="http://schemas.microsoft.com/office/drawing/2014/main" id="{A67A0922-D86D-4615-9E61-3309EEB21BCE}"/>
                </a:ext>
              </a:extLst>
            </p:cNvPr>
            <p:cNvSpPr/>
            <p:nvPr/>
          </p:nvSpPr>
          <p:spPr>
            <a:xfrm>
              <a:off x="5458470" y="2475875"/>
              <a:ext cx="596066" cy="968391"/>
            </a:xfrm>
            <a:custGeom>
              <a:avLst/>
              <a:gdLst>
                <a:gd name="connsiteX0" fmla="*/ 518076 w 596066"/>
                <a:gd name="connsiteY0" fmla="*/ 176446 h 968391"/>
                <a:gd name="connsiteX1" fmla="*/ 343993 w 596066"/>
                <a:gd name="connsiteY1" fmla="*/ 150046 h 968391"/>
                <a:gd name="connsiteX2" fmla="*/ 187992 w 596066"/>
                <a:gd name="connsiteY2" fmla="*/ 258414 h 968391"/>
                <a:gd name="connsiteX3" fmla="*/ 596067 w 596066"/>
                <a:gd name="connsiteY3" fmla="*/ 678016 h 968391"/>
                <a:gd name="connsiteX4" fmla="*/ 238147 w 596066"/>
                <a:gd name="connsiteY4" fmla="*/ 968392 h 968391"/>
                <a:gd name="connsiteX5" fmla="*/ 19488 w 596066"/>
                <a:gd name="connsiteY5" fmla="*/ 942010 h 968391"/>
                <a:gd name="connsiteX6" fmla="*/ 19488 w 596066"/>
                <a:gd name="connsiteY6" fmla="*/ 769690 h 968391"/>
                <a:gd name="connsiteX7" fmla="*/ 245116 w 596066"/>
                <a:gd name="connsiteY7" fmla="*/ 811406 h 968391"/>
                <a:gd name="connsiteX8" fmla="*/ 402496 w 596066"/>
                <a:gd name="connsiteY8" fmla="*/ 694681 h 968391"/>
                <a:gd name="connsiteX9" fmla="*/ 0 w 596066"/>
                <a:gd name="connsiteY9" fmla="*/ 275098 h 968391"/>
                <a:gd name="connsiteX10" fmla="*/ 355134 w 596066"/>
                <a:gd name="connsiteY10" fmla="*/ 0 h 968391"/>
                <a:gd name="connsiteX11" fmla="*/ 518067 w 596066"/>
                <a:gd name="connsiteY11" fmla="*/ 16666 h 968391"/>
                <a:gd name="connsiteX12" fmla="*/ 518076 w 596066"/>
                <a:gd name="connsiteY12" fmla="*/ 176446 h 968391"/>
                <a:gd name="connsiteX13" fmla="*/ 518076 w 596066"/>
                <a:gd name="connsiteY13" fmla="*/ 176446 h 9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066" h="968391">
                  <a:moveTo>
                    <a:pt x="518076" y="176446"/>
                  </a:moveTo>
                  <a:cubicBezTo>
                    <a:pt x="466550" y="161159"/>
                    <a:pt x="399692" y="150046"/>
                    <a:pt x="343993" y="150046"/>
                  </a:cubicBezTo>
                  <a:cubicBezTo>
                    <a:pt x="240933" y="150046"/>
                    <a:pt x="187992" y="191724"/>
                    <a:pt x="187992" y="258414"/>
                  </a:cubicBezTo>
                  <a:cubicBezTo>
                    <a:pt x="187992" y="429318"/>
                    <a:pt x="596067" y="369577"/>
                    <a:pt x="596067" y="678016"/>
                  </a:cubicBezTo>
                  <a:cubicBezTo>
                    <a:pt x="596067" y="846144"/>
                    <a:pt x="467939" y="968392"/>
                    <a:pt x="238147" y="968392"/>
                  </a:cubicBezTo>
                  <a:cubicBezTo>
                    <a:pt x="160147" y="968392"/>
                    <a:pt x="80767" y="958648"/>
                    <a:pt x="19488" y="942010"/>
                  </a:cubicBezTo>
                  <a:lnTo>
                    <a:pt x="19488" y="769690"/>
                  </a:lnTo>
                  <a:cubicBezTo>
                    <a:pt x="80777" y="793315"/>
                    <a:pt x="169919" y="811406"/>
                    <a:pt x="245116" y="811406"/>
                  </a:cubicBezTo>
                  <a:cubicBezTo>
                    <a:pt x="337044" y="811406"/>
                    <a:pt x="402496" y="776677"/>
                    <a:pt x="402496" y="694681"/>
                  </a:cubicBezTo>
                  <a:cubicBezTo>
                    <a:pt x="402496" y="514062"/>
                    <a:pt x="0" y="580743"/>
                    <a:pt x="0" y="275098"/>
                  </a:cubicBezTo>
                  <a:cubicBezTo>
                    <a:pt x="0" y="112542"/>
                    <a:pt x="130924" y="0"/>
                    <a:pt x="355134" y="0"/>
                  </a:cubicBezTo>
                  <a:cubicBezTo>
                    <a:pt x="406651" y="0"/>
                    <a:pt x="467939" y="6940"/>
                    <a:pt x="518067" y="16666"/>
                  </a:cubicBezTo>
                  <a:lnTo>
                    <a:pt x="518076" y="176446"/>
                  </a:lnTo>
                  <a:lnTo>
                    <a:pt x="518076" y="1764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7" name="Freihandform: Form 76">
              <a:extLst>
                <a:ext uri="{FF2B5EF4-FFF2-40B4-BE49-F238E27FC236}">
                  <a16:creationId xmlns:a16="http://schemas.microsoft.com/office/drawing/2014/main" id="{92FE960E-AD4C-4945-AC36-1E8A217B5D42}"/>
                </a:ext>
              </a:extLst>
            </p:cNvPr>
            <p:cNvSpPr/>
            <p:nvPr/>
          </p:nvSpPr>
          <p:spPr>
            <a:xfrm>
              <a:off x="4620139" y="2491153"/>
              <a:ext cx="735355" cy="937846"/>
            </a:xfrm>
            <a:custGeom>
              <a:avLst/>
              <a:gdLst>
                <a:gd name="connsiteX0" fmla="*/ 509748 w 735355"/>
                <a:gd name="connsiteY0" fmla="*/ 937846 h 937846"/>
                <a:gd name="connsiteX1" fmla="*/ 181051 w 735355"/>
                <a:gd name="connsiteY1" fmla="*/ 487671 h 937846"/>
                <a:gd name="connsiteX2" fmla="*/ 181051 w 735355"/>
                <a:gd name="connsiteY2" fmla="*/ 937846 h 937846"/>
                <a:gd name="connsiteX3" fmla="*/ 0 w 735355"/>
                <a:gd name="connsiteY3" fmla="*/ 937846 h 937846"/>
                <a:gd name="connsiteX4" fmla="*/ 0 w 735355"/>
                <a:gd name="connsiteY4" fmla="*/ 0 h 937846"/>
                <a:gd name="connsiteX5" fmla="*/ 181051 w 735355"/>
                <a:gd name="connsiteY5" fmla="*/ 0 h 937846"/>
                <a:gd name="connsiteX6" fmla="*/ 181051 w 735355"/>
                <a:gd name="connsiteY6" fmla="*/ 425154 h 937846"/>
                <a:gd name="connsiteX7" fmla="*/ 498587 w 735355"/>
                <a:gd name="connsiteY7" fmla="*/ 0 h 937846"/>
                <a:gd name="connsiteX8" fmla="*/ 713063 w 735355"/>
                <a:gd name="connsiteY8" fmla="*/ 0 h 937846"/>
                <a:gd name="connsiteX9" fmla="*/ 366285 w 735355"/>
                <a:gd name="connsiteY9" fmla="*/ 447371 h 937846"/>
                <a:gd name="connsiteX10" fmla="*/ 735356 w 735355"/>
                <a:gd name="connsiteY10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5355" h="937846">
                  <a:moveTo>
                    <a:pt x="509748" y="937846"/>
                  </a:moveTo>
                  <a:lnTo>
                    <a:pt x="181051" y="487671"/>
                  </a:lnTo>
                  <a:lnTo>
                    <a:pt x="181051" y="937846"/>
                  </a:lnTo>
                  <a:lnTo>
                    <a:pt x="0" y="937846"/>
                  </a:lnTo>
                  <a:lnTo>
                    <a:pt x="0" y="0"/>
                  </a:lnTo>
                  <a:lnTo>
                    <a:pt x="181051" y="0"/>
                  </a:lnTo>
                  <a:lnTo>
                    <a:pt x="181051" y="425154"/>
                  </a:lnTo>
                  <a:lnTo>
                    <a:pt x="498587" y="0"/>
                  </a:lnTo>
                  <a:lnTo>
                    <a:pt x="713063" y="0"/>
                  </a:lnTo>
                  <a:lnTo>
                    <a:pt x="366285" y="447371"/>
                  </a:lnTo>
                  <a:lnTo>
                    <a:pt x="735356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8" name="Freihandform: Form 77">
              <a:extLst>
                <a:ext uri="{FF2B5EF4-FFF2-40B4-BE49-F238E27FC236}">
                  <a16:creationId xmlns:a16="http://schemas.microsoft.com/office/drawing/2014/main" id="{FD6CF50A-BD94-4831-A9F2-390207EA15EA}"/>
                </a:ext>
              </a:extLst>
            </p:cNvPr>
            <p:cNvSpPr/>
            <p:nvPr/>
          </p:nvSpPr>
          <p:spPr>
            <a:xfrm>
              <a:off x="3922447" y="2491153"/>
              <a:ext cx="523665" cy="937846"/>
            </a:xfrm>
            <a:custGeom>
              <a:avLst/>
              <a:gdLst>
                <a:gd name="connsiteX0" fmla="*/ 0 w 523665"/>
                <a:gd name="connsiteY0" fmla="*/ 937846 h 937846"/>
                <a:gd name="connsiteX1" fmla="*/ 0 w 523665"/>
                <a:gd name="connsiteY1" fmla="*/ 0 h 937846"/>
                <a:gd name="connsiteX2" fmla="*/ 181061 w 523665"/>
                <a:gd name="connsiteY2" fmla="*/ 0 h 937846"/>
                <a:gd name="connsiteX3" fmla="*/ 181061 w 523665"/>
                <a:gd name="connsiteY3" fmla="*/ 780832 h 937846"/>
                <a:gd name="connsiteX4" fmla="*/ 523665 w 523665"/>
                <a:gd name="connsiteY4" fmla="*/ 780832 h 937846"/>
                <a:gd name="connsiteX5" fmla="*/ 523665 w 523665"/>
                <a:gd name="connsiteY5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3665" h="937846">
                  <a:moveTo>
                    <a:pt x="0" y="937846"/>
                  </a:moveTo>
                  <a:lnTo>
                    <a:pt x="0" y="0"/>
                  </a:lnTo>
                  <a:lnTo>
                    <a:pt x="181061" y="0"/>
                  </a:lnTo>
                  <a:lnTo>
                    <a:pt x="181061" y="780832"/>
                  </a:lnTo>
                  <a:lnTo>
                    <a:pt x="523665" y="780832"/>
                  </a:lnTo>
                  <a:lnTo>
                    <a:pt x="523665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79" name="Freihandform: Form 78">
              <a:extLst>
                <a:ext uri="{FF2B5EF4-FFF2-40B4-BE49-F238E27FC236}">
                  <a16:creationId xmlns:a16="http://schemas.microsoft.com/office/drawing/2014/main" id="{51F87976-CFBA-48E9-89C8-E835B18ED392}"/>
                </a:ext>
              </a:extLst>
            </p:cNvPr>
            <p:cNvSpPr/>
            <p:nvPr/>
          </p:nvSpPr>
          <p:spPr>
            <a:xfrm>
              <a:off x="2825102" y="2475885"/>
              <a:ext cx="892735" cy="968382"/>
            </a:xfrm>
            <a:custGeom>
              <a:avLst/>
              <a:gdLst>
                <a:gd name="connsiteX0" fmla="*/ 431738 w 892735"/>
                <a:gd name="connsiteY0" fmla="*/ 968383 h 968382"/>
                <a:gd name="connsiteX1" fmla="*/ 0 w 892735"/>
                <a:gd name="connsiteY1" fmla="*/ 501551 h 968382"/>
                <a:gd name="connsiteX2" fmla="*/ 460989 w 892735"/>
                <a:gd name="connsiteY2" fmla="*/ 0 h 968382"/>
                <a:gd name="connsiteX3" fmla="*/ 892736 w 892735"/>
                <a:gd name="connsiteY3" fmla="*/ 466822 h 968382"/>
                <a:gd name="connsiteX4" fmla="*/ 431738 w 892735"/>
                <a:gd name="connsiteY4" fmla="*/ 968383 h 968382"/>
                <a:gd name="connsiteX5" fmla="*/ 445646 w 892735"/>
                <a:gd name="connsiteY5" fmla="*/ 162548 h 968382"/>
                <a:gd name="connsiteX6" fmla="*/ 193571 w 892735"/>
                <a:gd name="connsiteY6" fmla="*/ 479324 h 968382"/>
                <a:gd name="connsiteX7" fmla="*/ 445646 w 892735"/>
                <a:gd name="connsiteY7" fmla="*/ 805807 h 968382"/>
                <a:gd name="connsiteX8" fmla="*/ 699118 w 892735"/>
                <a:gd name="connsiteY8" fmla="*/ 487652 h 968382"/>
                <a:gd name="connsiteX9" fmla="*/ 445646 w 892735"/>
                <a:gd name="connsiteY9" fmla="*/ 162548 h 96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2735" h="968382">
                  <a:moveTo>
                    <a:pt x="431738" y="968383"/>
                  </a:moveTo>
                  <a:cubicBezTo>
                    <a:pt x="149014" y="968383"/>
                    <a:pt x="0" y="796100"/>
                    <a:pt x="0" y="501551"/>
                  </a:cubicBezTo>
                  <a:cubicBezTo>
                    <a:pt x="0" y="176437"/>
                    <a:pt x="211691" y="0"/>
                    <a:pt x="460989" y="0"/>
                  </a:cubicBezTo>
                  <a:cubicBezTo>
                    <a:pt x="743712" y="0"/>
                    <a:pt x="892736" y="172273"/>
                    <a:pt x="892736" y="466822"/>
                  </a:cubicBezTo>
                  <a:cubicBezTo>
                    <a:pt x="892726" y="791908"/>
                    <a:pt x="681036" y="968383"/>
                    <a:pt x="431738" y="968383"/>
                  </a:cubicBezTo>
                  <a:close/>
                  <a:moveTo>
                    <a:pt x="445646" y="162548"/>
                  </a:moveTo>
                  <a:cubicBezTo>
                    <a:pt x="298029" y="162548"/>
                    <a:pt x="193571" y="273692"/>
                    <a:pt x="193571" y="479324"/>
                  </a:cubicBezTo>
                  <a:cubicBezTo>
                    <a:pt x="193571" y="680792"/>
                    <a:pt x="277143" y="805807"/>
                    <a:pt x="445646" y="805807"/>
                  </a:cubicBezTo>
                  <a:cubicBezTo>
                    <a:pt x="593272" y="805807"/>
                    <a:pt x="699118" y="694663"/>
                    <a:pt x="699118" y="487652"/>
                  </a:cubicBezTo>
                  <a:cubicBezTo>
                    <a:pt x="699127" y="287591"/>
                    <a:pt x="615574" y="162548"/>
                    <a:pt x="445646" y="162548"/>
                  </a:cubicBez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  <p:sp>
          <p:nvSpPr>
            <p:cNvPr id="80" name="Freihandform: Form 79">
              <a:extLst>
                <a:ext uri="{FF2B5EF4-FFF2-40B4-BE49-F238E27FC236}">
                  <a16:creationId xmlns:a16="http://schemas.microsoft.com/office/drawing/2014/main" id="{385F6FDF-57E1-4752-9813-05EB5B4679A3}"/>
                </a:ext>
              </a:extLst>
            </p:cNvPr>
            <p:cNvSpPr/>
            <p:nvPr/>
          </p:nvSpPr>
          <p:spPr>
            <a:xfrm>
              <a:off x="1876761" y="2491153"/>
              <a:ext cx="866260" cy="937846"/>
            </a:xfrm>
            <a:custGeom>
              <a:avLst/>
              <a:gdLst>
                <a:gd name="connsiteX0" fmla="*/ 551501 w 866260"/>
                <a:gd name="connsiteY0" fmla="*/ 937846 h 937846"/>
                <a:gd name="connsiteX1" fmla="*/ 316139 w 866260"/>
                <a:gd name="connsiteY1" fmla="*/ 937846 h 937846"/>
                <a:gd name="connsiteX2" fmla="*/ 0 w 866260"/>
                <a:gd name="connsiteY2" fmla="*/ 0 h 937846"/>
                <a:gd name="connsiteX3" fmla="*/ 200540 w 866260"/>
                <a:gd name="connsiteY3" fmla="*/ 0 h 937846"/>
                <a:gd name="connsiteX4" fmla="*/ 381610 w 866260"/>
                <a:gd name="connsiteY4" fmla="*/ 561310 h 937846"/>
                <a:gd name="connsiteX5" fmla="*/ 437299 w 866260"/>
                <a:gd name="connsiteY5" fmla="*/ 769719 h 937846"/>
                <a:gd name="connsiteX6" fmla="*/ 440075 w 866260"/>
                <a:gd name="connsiteY6" fmla="*/ 769719 h 937846"/>
                <a:gd name="connsiteX7" fmla="*/ 497180 w 866260"/>
                <a:gd name="connsiteY7" fmla="*/ 558544 h 937846"/>
                <a:gd name="connsiteX8" fmla="*/ 679629 w 866260"/>
                <a:gd name="connsiteY8" fmla="*/ 0 h 937846"/>
                <a:gd name="connsiteX9" fmla="*/ 866260 w 866260"/>
                <a:gd name="connsiteY9" fmla="*/ 0 h 937846"/>
                <a:gd name="connsiteX10" fmla="*/ 551501 w 866260"/>
                <a:gd name="connsiteY10" fmla="*/ 937846 h 937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260" h="937846">
                  <a:moveTo>
                    <a:pt x="551501" y="937846"/>
                  </a:moveTo>
                  <a:lnTo>
                    <a:pt x="316139" y="937846"/>
                  </a:lnTo>
                  <a:lnTo>
                    <a:pt x="0" y="0"/>
                  </a:lnTo>
                  <a:lnTo>
                    <a:pt x="200540" y="0"/>
                  </a:lnTo>
                  <a:lnTo>
                    <a:pt x="381610" y="561310"/>
                  </a:lnTo>
                  <a:cubicBezTo>
                    <a:pt x="399701" y="623818"/>
                    <a:pt x="422003" y="704416"/>
                    <a:pt x="437299" y="769719"/>
                  </a:cubicBezTo>
                  <a:lnTo>
                    <a:pt x="440075" y="769719"/>
                  </a:lnTo>
                  <a:cubicBezTo>
                    <a:pt x="455409" y="705786"/>
                    <a:pt x="476295" y="626613"/>
                    <a:pt x="497180" y="558544"/>
                  </a:cubicBezTo>
                  <a:lnTo>
                    <a:pt x="679629" y="0"/>
                  </a:lnTo>
                  <a:lnTo>
                    <a:pt x="866260" y="0"/>
                  </a:lnTo>
                  <a:lnTo>
                    <a:pt x="551501" y="937846"/>
                  </a:lnTo>
                  <a:close/>
                </a:path>
              </a:pathLst>
            </a:custGeom>
            <a:grpFill/>
            <a:ln w="937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de-DE" sz="1350">
                <a:solidFill>
                  <a:srgbClr val="004666"/>
                </a:solidFill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DEC6BCF-2941-8BBC-8A08-5AB80CCE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3" y="408190"/>
            <a:ext cx="8496000" cy="81554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16" name="Grafik 15" hidden="1">
            <a:extLst>
              <a:ext uri="{FF2B5EF4-FFF2-40B4-BE49-F238E27FC236}">
                <a16:creationId xmlns:a16="http://schemas.microsoft.com/office/drawing/2014/main" id="{84B698AD-2EAD-7E10-4B56-D53ED48EB5DA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4647" y="0"/>
            <a:ext cx="2680106" cy="907200"/>
          </a:xfrm>
          <a:prstGeom prst="rect">
            <a:avLst/>
          </a:prstGeom>
        </p:spPr>
      </p:pic>
      <p:pic>
        <p:nvPicPr>
          <p:cNvPr id="18" name="Grafik 17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CD13070D-0F80-79B2-1820-85E63050E8F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4647" y="3107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4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9" r:id="rId2"/>
    <p:sldLayoutId id="2147483788" r:id="rId3"/>
    <p:sldLayoutId id="2147483785" r:id="rId4"/>
    <p:sldLayoutId id="2147483781" r:id="rId5"/>
    <p:sldLayoutId id="2147483701" r:id="rId6"/>
    <p:sldLayoutId id="2147483702" r:id="rId7"/>
    <p:sldLayoutId id="2147483746" r:id="rId8"/>
    <p:sldLayoutId id="2147483756" r:id="rId9"/>
    <p:sldLayoutId id="2147483737" r:id="rId10"/>
    <p:sldLayoutId id="2147483706" r:id="rId11"/>
    <p:sldLayoutId id="2147483703" r:id="rId12"/>
    <p:sldLayoutId id="2147483707" r:id="rId13"/>
    <p:sldLayoutId id="2147483767" r:id="rId14"/>
    <p:sldLayoutId id="2147483763" r:id="rId15"/>
    <p:sldLayoutId id="2147483791" r:id="rId16"/>
    <p:sldLayoutId id="2147483755" r:id="rId17"/>
    <p:sldLayoutId id="2147483793" r:id="rId18"/>
  </p:sldLayoutIdLst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  <p:hf hdr="0"/>
  <p:txStyles>
    <p:titleStyle>
      <a:lvl1pPr algn="l" defTabSz="685766" rtl="0" eaLnBrk="1" latinLnBrk="0" hangingPunct="1">
        <a:lnSpc>
          <a:spcPct val="100000"/>
        </a:lnSpc>
        <a:spcBef>
          <a:spcPct val="0"/>
        </a:spcBef>
        <a:buNone/>
        <a:defRPr sz="2400" b="0" kern="1200">
          <a:solidFill>
            <a:srgbClr val="004666"/>
          </a:solidFill>
          <a:latin typeface="+mj-lt"/>
          <a:ea typeface="+mj-ea"/>
          <a:cs typeface="+mj-cs"/>
        </a:defRPr>
      </a:lvl1pPr>
    </p:titleStyle>
    <p:bodyStyle>
      <a:lvl1pPr marL="0" indent="0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Arial" panose="020B0604020202020204" pitchFamily="34" charset="0"/>
        <a:buNone/>
        <a:defRPr sz="2000" kern="1200">
          <a:solidFill>
            <a:srgbClr val="004666"/>
          </a:solidFill>
          <a:latin typeface="+mn-lt"/>
          <a:ea typeface="+mn-ea"/>
          <a:cs typeface="+mn-cs"/>
        </a:defRPr>
      </a:lvl1pPr>
      <a:lvl2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2pPr>
      <a:lvl3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3pPr>
      <a:lvl4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4pPr>
      <a:lvl5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5pPr>
      <a:lvl6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6pPr>
      <a:lvl7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7pPr>
      <a:lvl8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8pPr>
      <a:lvl9pPr marL="269987" indent="-134994" algn="l" defTabSz="685766" rtl="0" eaLnBrk="1" latinLnBrk="0" hangingPunct="1">
        <a:lnSpc>
          <a:spcPct val="110000"/>
        </a:lnSpc>
        <a:spcBef>
          <a:spcPts val="0"/>
        </a:spcBef>
        <a:spcAft>
          <a:spcPts val="338"/>
        </a:spcAft>
        <a:buFont typeface="Wingdings" panose="05000000000000000000" pitchFamily="2" charset="2"/>
        <a:buChar char="§"/>
        <a:defRPr sz="1050" kern="1200">
          <a:solidFill>
            <a:srgbClr val="004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4" pos="3841" userDrawn="1">
          <p15:clr>
            <a:srgbClr val="F26B43"/>
          </p15:clr>
        </p15:guide>
        <p15:guide id="15" pos="7426" userDrawn="1">
          <p15:clr>
            <a:srgbClr val="F26B43"/>
          </p15:clr>
        </p15:guide>
        <p15:guide id="16" orient="horz" pos="4066" userDrawn="1">
          <p15:clr>
            <a:srgbClr val="F26B43"/>
          </p15:clr>
        </p15:guide>
        <p15:guide id="17" pos="255" userDrawn="1">
          <p15:clr>
            <a:srgbClr val="F26B43"/>
          </p15:clr>
        </p15:guide>
        <p15:guide id="18" orient="horz" pos="936" userDrawn="1">
          <p15:clr>
            <a:srgbClr val="F26B43"/>
          </p15:clr>
        </p15:guide>
        <p15:guide id="19" orient="horz" pos="771" userDrawn="1">
          <p15:clr>
            <a:srgbClr val="F26B43"/>
          </p15:clr>
        </p15:guide>
        <p15:guide id="20" orient="horz" pos="255" userDrawn="1">
          <p15:clr>
            <a:srgbClr val="F26B43"/>
          </p15:clr>
        </p15:guide>
        <p15:guide id="21" orient="horz" pos="4189" userDrawn="1">
          <p15:clr>
            <a:srgbClr val="F26B43"/>
          </p15:clr>
        </p15:guide>
        <p15:guide id="22" orient="horz" pos="42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6" Type="http://schemas.openxmlformats.org/officeDocument/2006/relationships/image" Target="../media/image7.jpe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6" Type="http://schemas.openxmlformats.org/officeDocument/2006/relationships/image" Target="../media/image8.jpeg"/><Relationship Id="rId5" Type="http://schemas.openxmlformats.org/officeDocument/2006/relationships/image" Target="../media/image4.emf"/><Relationship Id="rId10" Type="http://schemas.openxmlformats.org/officeDocument/2006/relationships/image" Target="../media/image12.jpe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6" Type="http://schemas.openxmlformats.org/officeDocument/2006/relationships/image" Target="../media/image13.jpeg"/><Relationship Id="rId5" Type="http://schemas.openxmlformats.org/officeDocument/2006/relationships/image" Target="../media/image4.emf"/><Relationship Id="rId10" Type="http://schemas.openxmlformats.org/officeDocument/2006/relationships/image" Target="../media/image17.jpe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6" Type="http://schemas.openxmlformats.org/officeDocument/2006/relationships/image" Target="../media/image20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2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Relationship Id="rId6" Type="http://schemas.openxmlformats.org/officeDocument/2006/relationships/image" Target="../media/image21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24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9.xml"/><Relationship Id="rId6" Type="http://schemas.openxmlformats.org/officeDocument/2006/relationships/image" Target="../media/image28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Relationship Id="rId6" Type="http://schemas.openxmlformats.org/officeDocument/2006/relationships/chart" Target="../charts/chart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notesSlide" Target="../notesSlides/notesSlide13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4.xml"/><Relationship Id="rId6" Type="http://schemas.openxmlformats.org/officeDocument/2006/relationships/image" Target="../media/image30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5.xml"/><Relationship Id="rId6" Type="http://schemas.openxmlformats.org/officeDocument/2006/relationships/image" Target="../media/image31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BD13CD-94DC-EC01-662F-B1F3B3B5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iekt 7" hidden="1">
            <a:extLst>
              <a:ext uri="{FF2B5EF4-FFF2-40B4-BE49-F238E27FC236}">
                <a16:creationId xmlns:a16="http://schemas.microsoft.com/office/drawing/2014/main" id="{40715120-233D-18D8-0620-DD0876F9B5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9735865"/>
              </p:ext>
            </p:extLst>
          </p:nvPr>
        </p:nvGraphicFramePr>
        <p:xfrm>
          <a:off x="1589" y="272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95" imgH="394" progId="TCLayout.ActiveDocument.1">
                  <p:embed/>
                </p:oleObj>
              </mc:Choice>
              <mc:Fallback>
                <p:oleObj name="think-cell Folie" r:id="rId4" imgW="395" imgH="394" progId="TCLayout.ActiveDocument.1">
                  <p:embed/>
                  <p:pic>
                    <p:nvPicPr>
                      <p:cNvPr id="8" name="Obiekt 7" hidden="1">
                        <a:extLst>
                          <a:ext uri="{FF2B5EF4-FFF2-40B4-BE49-F238E27FC236}">
                            <a16:creationId xmlns:a16="http://schemas.microsoft.com/office/drawing/2014/main" id="{40715120-233D-18D8-0620-DD0876F9B5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2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Grafik 12" descr="Ein Bild, das Wasser, Screenshot, Türkis, Blau enthält.&#10;&#10;KI-generierte Inhalte können fehlerhaft sein.">
            <a:extLst>
              <a:ext uri="{FF2B5EF4-FFF2-40B4-BE49-F238E27FC236}">
                <a16:creationId xmlns:a16="http://schemas.microsoft.com/office/drawing/2014/main" id="{56796446-5B1C-4504-7DE5-83A4CD90B3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25"/>
            <a:ext cx="12193588" cy="685855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DC2137-1B94-F1BF-E9F8-EE38D26D76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DATE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9C788B7-7076-903F-BFB1-601296F99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4305249"/>
            <a:ext cx="7907150" cy="783580"/>
          </a:xfrm>
        </p:spPr>
        <p:txBody>
          <a:bodyPr vert="horz"/>
          <a:lstStyle/>
          <a:p>
            <a:r>
              <a:rPr lang="de-DE" dirty="0"/>
              <a:t>Headline: </a:t>
            </a:r>
            <a:r>
              <a:rPr lang="de-DE" dirty="0" err="1"/>
              <a:t>TheSans</a:t>
            </a:r>
            <a:r>
              <a:rPr lang="de-DE" dirty="0"/>
              <a:t> (Headline) Regular, 30pt</a:t>
            </a:r>
            <a:endParaRPr lang="de-DE" noProof="0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5A63AC77-8A28-3941-9C55-A01D91792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>
                <a:solidFill>
                  <a:schemeClr val="bg1"/>
                </a:solidFill>
                <a:latin typeface="+mj-lt"/>
              </a:rPr>
              <a:t>VOLKSWAGEN GROUP SERVICES </a:t>
            </a:r>
            <a:r>
              <a:rPr lang="de-DE" noProof="0">
                <a:latin typeface="+mj-lt"/>
              </a:rPr>
              <a:t>GmbH</a:t>
            </a:r>
            <a:endParaRPr lang="de-DE" noProof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4EEF8692-BADF-22C9-2F58-9E117510026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9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C8ECF34-8C51-2AFE-7E94-3B8633EA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616618ED-35E6-6FB6-32B7-FE9B26967F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2194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6618ED-35E6-6FB6-32B7-FE9B26967F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Bildplatzhalter 20" descr="Ein Bild, das Kleidung, Person, Gebäude, Blau enthält.&#10;&#10;KI-generierte Inhalte können fehlerhaft sein.">
            <a:extLst>
              <a:ext uri="{FF2B5EF4-FFF2-40B4-BE49-F238E27FC236}">
                <a16:creationId xmlns:a16="http://schemas.microsoft.com/office/drawing/2014/main" id="{E2B8B713-B7C0-3C6B-6EAF-97A50DD42FE3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2" r="5502"/>
          <a:stretch>
            <a:fillRect/>
          </a:stretch>
        </p:blipFill>
        <p:spPr>
          <a:xfrm>
            <a:off x="7292975" y="2484438"/>
            <a:ext cx="2195513" cy="1644650"/>
          </a:xfrm>
        </p:spPr>
      </p:pic>
      <p:pic>
        <p:nvPicPr>
          <p:cNvPr id="20" name="Bildplatzhalter 19" descr="Ein Bild, das Himmel, draußen, Wasser, See enthält.&#10;&#10;KI-generierte Inhalte können fehlerhaft sein.">
            <a:extLst>
              <a:ext uri="{FF2B5EF4-FFF2-40B4-BE49-F238E27FC236}">
                <a16:creationId xmlns:a16="http://schemas.microsoft.com/office/drawing/2014/main" id="{6937D71A-CD10-46F0-46ED-CBF8ECF5AC97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15" r="11615"/>
          <a:stretch>
            <a:fillRect/>
          </a:stretch>
        </p:blipFill>
        <p:spPr/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F062D00-C20B-77CC-8177-0BF293EFCB9F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F78C7234-6F7B-4781-83F4-DC09C033FC38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467698-5863-4A33-AA27-4FBB34B0227F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2</a:t>
            </a:fld>
            <a:endParaRPr lang="de-DE" noProof="0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C9A5718-6CF8-99A5-7AE6-166E4B61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de-DE" dirty="0"/>
              <a:t>Agenda </a:t>
            </a:r>
            <a:r>
              <a:rPr lang="de-DE" dirty="0" err="1"/>
              <a:t>with</a:t>
            </a:r>
            <a:r>
              <a:rPr lang="de-DE" dirty="0"/>
              <a:t> Pictures – 5 </a:t>
            </a:r>
            <a:r>
              <a:rPr lang="de-DE" dirty="0" err="1"/>
              <a:t>steps</a:t>
            </a:r>
            <a:r>
              <a:rPr lang="de-DE" dirty="0"/>
              <a:t> (1-5)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73D92F1-7A71-6DA3-B037-667984A631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pic>
        <p:nvPicPr>
          <p:cNvPr id="26" name="Bildplatzhalter 25">
            <a:extLst>
              <a:ext uri="{FF2B5EF4-FFF2-40B4-BE49-F238E27FC236}">
                <a16:creationId xmlns:a16="http://schemas.microsoft.com/office/drawing/2014/main" id="{9F7A9F74-78D7-7CAA-EA02-D021F86842F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2" r="5502"/>
          <a:stretch/>
        </p:blipFill>
        <p:spPr/>
      </p:pic>
      <p:pic>
        <p:nvPicPr>
          <p:cNvPr id="30" name="Bildplatzhalter 29">
            <a:extLst>
              <a:ext uri="{FF2B5EF4-FFF2-40B4-BE49-F238E27FC236}">
                <a16:creationId xmlns:a16="http://schemas.microsoft.com/office/drawing/2014/main" id="{B026A9EB-673C-7E0C-FA46-8421FD44B398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2" r="5502"/>
          <a:stretch/>
        </p:blipFill>
        <p:spPr/>
      </p:pic>
      <p:pic>
        <p:nvPicPr>
          <p:cNvPr id="29" name="Bildplatzhalter 9">
            <a:extLst>
              <a:ext uri="{FF2B5EF4-FFF2-40B4-BE49-F238E27FC236}">
                <a16:creationId xmlns:a16="http://schemas.microsoft.com/office/drawing/2014/main" id="{A6E92475-FDDE-BB8B-B726-350474F9661B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19" r="5519"/>
          <a:stretch/>
        </p:blipFill>
        <p:spPr/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34E31-8D15-0E78-C823-E0304311811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7ACED1E-AE8A-5A39-7B18-BC1FE1314C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F359D9A-B526-2DEA-511A-857D0C34DD3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67B54A4-36F1-28D7-AD50-9AFCC5EAFC6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F5836C-C9E2-8180-E759-2861598023A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C136D2E-4185-64E3-F57A-18192D2B449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5596601-382E-7908-D2E0-7F05043FF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noProof="0"/>
              <a:t>02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33A3430-6C9C-2FEE-6815-F70470EFE6D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e-DE" noProof="0"/>
              <a:t>03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51FECE-D5D4-E870-55A8-FB83865D1C1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noProof="0"/>
              <a:t>04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F98043-1783-168C-1419-EB6FD4F4163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de-DE" noProof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520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131149-A090-92B7-C0DA-0427B152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1C36FD8-DE69-E134-B6C7-2D2E266A93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4526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36FD8-DE69-E134-B6C7-2D2E266A9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Bildplatzhalter 24" descr="Ein Bild, das Kleidung, Person, Im Haus, Wand enthält.&#10;&#10;KI-generierte Inhalte können fehlerhaft sein.">
            <a:extLst>
              <a:ext uri="{FF2B5EF4-FFF2-40B4-BE49-F238E27FC236}">
                <a16:creationId xmlns:a16="http://schemas.microsoft.com/office/drawing/2014/main" id="{25CC6641-3ACD-0DAF-1DD4-FFA8D2B0DF0B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5" r="5505"/>
          <a:stretch>
            <a:fillRect/>
          </a:stretch>
        </p:blipFill>
        <p:spPr/>
      </p:pic>
      <p:pic>
        <p:nvPicPr>
          <p:cNvPr id="19" name="Bildplatzhalter 18" descr="Ein Bild, das Person, Kleidung, Im Haus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F0DA07BF-FFB0-9021-4A7C-9EB27DD061E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2" r="5502"/>
          <a:stretch>
            <a:fillRect/>
          </a:stretch>
        </p:blipFill>
        <p:spPr/>
      </p:pic>
      <p:pic>
        <p:nvPicPr>
          <p:cNvPr id="14" name="Bildplatzhalter 13" descr="Ein Bild, das Kleidung, Menschliches Gesicht, Person, Lächeln enthält.&#10;&#10;KI-generierte Inhalte können fehlerhaft sein.">
            <a:extLst>
              <a:ext uri="{FF2B5EF4-FFF2-40B4-BE49-F238E27FC236}">
                <a16:creationId xmlns:a16="http://schemas.microsoft.com/office/drawing/2014/main" id="{B3458890-F105-53CD-64F3-EFFAF32F412D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98" r="5498"/>
          <a:stretch>
            <a:fillRect/>
          </a:stretch>
        </p:blipFill>
        <p:spPr/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E8B3B780-EAF8-3621-9BA4-B3F0F340D213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0D21BCC0-67DD-45CF-A960-190E985D12F6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1FEC9C-FB3D-CD81-3A46-AED5D1B2D679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3</a:t>
            </a:fld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286C67-F521-1671-8C74-28A12895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de-DE" dirty="0"/>
              <a:t>Agenda </a:t>
            </a:r>
            <a:r>
              <a:rPr lang="de-DE" dirty="0" err="1"/>
              <a:t>with</a:t>
            </a:r>
            <a:r>
              <a:rPr lang="de-DE" dirty="0"/>
              <a:t> Pictures – 5 </a:t>
            </a:r>
            <a:r>
              <a:rPr lang="de-DE" dirty="0" err="1"/>
              <a:t>steps</a:t>
            </a:r>
            <a:r>
              <a:rPr lang="de-DE" dirty="0"/>
              <a:t> (6-10)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D8A1EE-5B9F-1F0D-B33F-8F53D28E52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pic>
        <p:nvPicPr>
          <p:cNvPr id="13" name="Bildplatzhalter 12" descr="Ein Bild, das Person, Kleidung, Menschliches Gesicht, Lächeln enthält.&#10;&#10;KI-generierte Inhalte können fehlerhaft sein.">
            <a:extLst>
              <a:ext uri="{FF2B5EF4-FFF2-40B4-BE49-F238E27FC236}">
                <a16:creationId xmlns:a16="http://schemas.microsoft.com/office/drawing/2014/main" id="{1A9AB884-62FD-2363-85BF-EBDAB154D2B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70" r="5470"/>
          <a:stretch/>
        </p:blipFill>
        <p:spPr/>
      </p:pic>
      <p:pic>
        <p:nvPicPr>
          <p:cNvPr id="21" name="Bildplatzhalter 20" descr="Ein Bild, das Text, Im Haus, Person, Computer enthält.&#10;&#10;KI-generierte Inhalte können fehlerhaft sein.">
            <a:extLst>
              <a:ext uri="{FF2B5EF4-FFF2-40B4-BE49-F238E27FC236}">
                <a16:creationId xmlns:a16="http://schemas.microsoft.com/office/drawing/2014/main" id="{2010F08D-6487-2D61-0A0B-74336EC48490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02" r="5502"/>
          <a:stretch/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AF525B-8AD9-6A95-ABE2-0D9DF9F222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noProof="0"/>
              <a:t>06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A04524B9-826E-76DB-C41A-032F13DC66C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78A62F4A-F219-B2FF-7855-753B8CA3C92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97912" y="4280294"/>
            <a:ext cx="2196000" cy="492443"/>
          </a:xfrm>
        </p:spPr>
        <p:txBody>
          <a:bodyPr>
            <a:spAutoFit/>
          </a:bodyPr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</a:p>
        </p:txBody>
      </p:sp>
      <p:sp>
        <p:nvSpPr>
          <p:cNvPr id="58" name="Textplatzhalter 57">
            <a:extLst>
              <a:ext uri="{FF2B5EF4-FFF2-40B4-BE49-F238E27FC236}">
                <a16:creationId xmlns:a16="http://schemas.microsoft.com/office/drawing/2014/main" id="{33267066-1CD5-D548-A3F2-8834DE9154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293668" y="4280294"/>
            <a:ext cx="2196000" cy="492443"/>
          </a:xfrm>
        </p:spPr>
        <p:txBody>
          <a:bodyPr>
            <a:spAutoFit/>
          </a:bodyPr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E32AA91A-5269-BEBD-A561-ED2D228F283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89426" y="4280293"/>
            <a:ext cx="2196000" cy="492443"/>
          </a:xfrm>
        </p:spPr>
        <p:txBody>
          <a:bodyPr>
            <a:spAutoFit/>
          </a:bodyPr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</a:p>
        </p:txBody>
      </p:sp>
      <p:sp>
        <p:nvSpPr>
          <p:cNvPr id="60" name="Textplatzhalter 59">
            <a:extLst>
              <a:ext uri="{FF2B5EF4-FFF2-40B4-BE49-F238E27FC236}">
                <a16:creationId xmlns:a16="http://schemas.microsoft.com/office/drawing/2014/main" id="{E612195D-4A42-C3DE-1288-150588C6347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>
            <a:spAutoFit/>
          </a:bodyPr>
          <a:lstStyle/>
          <a:p>
            <a:r>
              <a:rPr lang="de-DE" noProof="0"/>
              <a:t>07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9C49FB0D-4DA7-FB26-8F2C-820917CC7C5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de-DE" noProof="0"/>
              <a:t>08</a:t>
            </a:r>
          </a:p>
        </p:txBody>
      </p:sp>
      <p:sp>
        <p:nvSpPr>
          <p:cNvPr id="62" name="Textplatzhalter 61">
            <a:extLst>
              <a:ext uri="{FF2B5EF4-FFF2-40B4-BE49-F238E27FC236}">
                <a16:creationId xmlns:a16="http://schemas.microsoft.com/office/drawing/2014/main" id="{D17D8A0C-6EED-F22B-E235-1E3FAF58925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noProof="0"/>
              <a:t>09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4773D919-AA87-C450-C16C-941BC392331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de-DE" noProof="0"/>
              <a:t>10</a:t>
            </a:r>
          </a:p>
        </p:txBody>
      </p:sp>
      <p:sp>
        <p:nvSpPr>
          <p:cNvPr id="4" name="Textplatzhalter 56" hidden="1">
            <a:extLst>
              <a:ext uri="{FF2B5EF4-FFF2-40B4-BE49-F238E27FC236}">
                <a16:creationId xmlns:a16="http://schemas.microsoft.com/office/drawing/2014/main" id="{CF91B03F-6EAD-4D09-C3D5-B9DCC3485681}"/>
              </a:ext>
            </a:extLst>
          </p:cNvPr>
          <p:cNvSpPr txBox="1">
            <a:spLocks/>
          </p:cNvSpPr>
          <p:nvPr/>
        </p:nvSpPr>
        <p:spPr>
          <a:xfrm>
            <a:off x="406452" y="4280293"/>
            <a:ext cx="2315102" cy="492443"/>
          </a:xfrm>
          <a:prstGeom prst="rect">
            <a:avLst/>
          </a:prstGeom>
        </p:spPr>
        <p:txBody>
          <a:bodyPr vert="horz" lIns="0" tIns="0" rIns="180000" bIns="0" rtlCol="0">
            <a:spAutoFit/>
          </a:bodyPr>
          <a:lstStyle>
            <a:lvl1pPr marL="0" indent="0" algn="l" defTabSz="91449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de-DE" sz="1600" kern="120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80013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sz="12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 err="1">
                <a:solidFill>
                  <a:srgbClr val="004666"/>
                </a:solidFill>
              </a:rPr>
              <a:t>haltertext</a:t>
            </a:r>
            <a:r>
              <a:rPr lang="de-DE" noProof="0" dirty="0">
                <a:solidFill>
                  <a:srgbClr val="004666"/>
                </a:solidFill>
              </a:rPr>
              <a:t> für Ihre </a:t>
            </a:r>
            <a:r>
              <a:rPr lang="de-DE" noProof="0" dirty="0" err="1">
                <a:solidFill>
                  <a:srgbClr val="004666"/>
                </a:solidFill>
              </a:rPr>
              <a:t>KapitelHeadline</a:t>
            </a:r>
            <a:endParaRPr lang="de-DE" noProof="0" dirty="0">
              <a:solidFill>
                <a:srgbClr val="004666"/>
              </a:solidFill>
            </a:endParaRP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B1359FD-2B76-E837-E1ED-10E4A23E48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/>
              <a:t>Agenda Topic, VWAG </a:t>
            </a:r>
            <a:r>
              <a:rPr lang="de-DE" err="1"/>
              <a:t>TheSans</a:t>
            </a:r>
            <a:r>
              <a:rPr lang="de-DE"/>
              <a:t> Light, 16pt </a:t>
            </a:r>
          </a:p>
        </p:txBody>
      </p:sp>
    </p:spTree>
    <p:extLst>
      <p:ext uri="{BB962C8B-B14F-4D97-AF65-F5344CB8AC3E}">
        <p14:creationId xmlns:p14="http://schemas.microsoft.com/office/powerpoint/2010/main" val="116991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660A79D-3ADF-445D-FAB3-49448DB8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6C2FAC-68A3-B5A7-4815-6B1FF54E9A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5398514"/>
              </p:ext>
            </p:extLst>
          </p:nvPr>
        </p:nvGraphicFramePr>
        <p:xfrm>
          <a:off x="1589" y="272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6C2FAC-68A3-B5A7-4815-6B1FF54E9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2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 descr="Ein Bild, das Himmel, Screenshot, Sonnenaufgang, Sonnenuntergang enthält.&#10;&#10;KI-generierte Inhalte können fehlerhaft sein.">
            <a:extLst>
              <a:ext uri="{FF2B5EF4-FFF2-40B4-BE49-F238E27FC236}">
                <a16:creationId xmlns:a16="http://schemas.microsoft.com/office/drawing/2014/main" id="{F3587B38-48B5-39FD-7711-CE2BDE59E6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4817" b="37156"/>
          <a:stretch>
            <a:fillRect/>
          </a:stretch>
        </p:blipFill>
        <p:spPr>
          <a:xfrm>
            <a:off x="1" y="0"/>
            <a:ext cx="12193588" cy="6861175"/>
          </a:xfrm>
          <a:prstGeom prst="rect">
            <a:avLst/>
          </a:prstGeom>
        </p:spPr>
      </p:pic>
      <p:sp>
        <p:nvSpPr>
          <p:cNvPr id="21" name="Titel 2">
            <a:extLst>
              <a:ext uri="{FF2B5EF4-FFF2-40B4-BE49-F238E27FC236}">
                <a16:creationId xmlns:a16="http://schemas.microsoft.com/office/drawing/2014/main" id="{4ABB7498-64B0-0032-498A-7374C223A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de-DE" dirty="0"/>
              <a:t>Title: </a:t>
            </a:r>
            <a:r>
              <a:rPr lang="de-DE" dirty="0" err="1"/>
              <a:t>TheSans</a:t>
            </a:r>
            <a:r>
              <a:rPr lang="de-DE" dirty="0"/>
              <a:t> (Headline) Regular, 24pt</a:t>
            </a:r>
            <a:endParaRPr lang="de-DE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22B1633-CC0A-8C9E-544E-9B6DF37A291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4</a:t>
            </a:fld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CF4410-EE73-A3D6-0ED5-8EE95788929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A60724-AD21-4D1C-A0D7-F8E94B7F01F2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55A5A3E-303B-360E-7246-3339E64DC8A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AD9C83EE-CEB6-E43F-FBDF-812E00F2E3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BDAFAA3-0B5E-2B14-ECDD-FBDFA7D1F0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146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DAFAA3-0B5E-2B14-ECDD-FBDFA7D1F0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3C56BD20-C0FF-F419-5454-05D634D98E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 noProof="0"/>
          </a:p>
        </p:txBody>
      </p:sp>
      <p:pic>
        <p:nvPicPr>
          <p:cNvPr id="20" name="Grafik 19" descr="Ein Bild, das Himmel, Straße, draußen, Infrastruktur enthält.&#10;&#10;KI-generierte Inhalte können fehlerhaft sein.">
            <a:extLst>
              <a:ext uri="{FF2B5EF4-FFF2-40B4-BE49-F238E27FC236}">
                <a16:creationId xmlns:a16="http://schemas.microsoft.com/office/drawing/2014/main" id="{CE99BD71-8F1D-68B0-A47F-1243A3ACEE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0746" r="-1"/>
          <a:stretch>
            <a:fillRect/>
          </a:stretch>
        </p:blipFill>
        <p:spPr>
          <a:xfrm>
            <a:off x="0" y="0"/>
            <a:ext cx="12193588" cy="6861176"/>
          </a:xfrm>
          <a:prstGeom prst="rect">
            <a:avLst/>
          </a:prstGeom>
        </p:spPr>
      </p:pic>
      <p:sp>
        <p:nvSpPr>
          <p:cNvPr id="21" name="Titel 2">
            <a:extLst>
              <a:ext uri="{FF2B5EF4-FFF2-40B4-BE49-F238E27FC236}">
                <a16:creationId xmlns:a16="http://schemas.microsoft.com/office/drawing/2014/main" id="{46958EE2-EAB8-42A4-812A-95826ED04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de-DE" dirty="0"/>
              <a:t>Title: </a:t>
            </a:r>
            <a:r>
              <a:rPr lang="de-DE" dirty="0" err="1"/>
              <a:t>TheSans</a:t>
            </a:r>
            <a:r>
              <a:rPr lang="de-DE" dirty="0"/>
              <a:t> (Headline) Regular, 24pt</a:t>
            </a:r>
            <a:endParaRPr lang="de-DE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37E6250-2084-4AE3-AF58-89BDF994ED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5</a:t>
            </a:fld>
            <a:endParaRPr lang="de-DE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12E473B-342E-45D1-87E8-04FC63BC8DC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864697-A188-40CE-B5E5-F5974502B3B2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3445A94-253F-6974-6D55-7D3F0D330A7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29DDCBF3-17AC-F392-3EBE-D362C8E1706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7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8C6732-C48A-A95D-E210-771A0C98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308117CE-2189-000F-6B00-A4A38E384F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7670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8117CE-2189-000F-6B00-A4A38E384F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EA7534D-A4F1-32BC-4FAB-48374D35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E30D168-5028-D77C-D075-0722E57166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 noProof="0" dirty="0"/>
              <a:t>A-OC  |  KSU-Klasse: 0.2 – 4 Jahre  |  Volkswagen Group Services GmbH  |  PUBLIC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84905F8-0D14-9972-DE15-18BC8362FD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31ACDEA-6DB1-4EB9-AF0F-7AE389355280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9ADC03-66F2-EB01-239C-02E6959B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6</a:t>
            </a:fld>
            <a:endParaRPr lang="de-DE" noProof="0"/>
          </a:p>
        </p:txBody>
      </p:sp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E66C9CE4-753F-2407-F081-294303804F0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53" b="14053"/>
          <a:stretch/>
        </p:blipFill>
        <p:spPr/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1F84C7AF-0100-8C2D-8D3B-EA8A3FFA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Text </a:t>
            </a:r>
            <a:r>
              <a:rPr lang="en-US" sz="1200" dirty="0" err="1"/>
              <a:t>TheSans</a:t>
            </a:r>
            <a:r>
              <a:rPr lang="en-US" sz="1200" dirty="0"/>
              <a:t> Light Regular, 12pt, standard </a:t>
            </a:r>
            <a:r>
              <a:rPr lang="en-US" sz="1200" dirty="0" err="1"/>
              <a:t>colour</a:t>
            </a:r>
            <a:r>
              <a:rPr lang="en-US" sz="1200" dirty="0"/>
              <a:t>,  </a:t>
            </a:r>
            <a:endParaRPr lang="de-DE" sz="1200" dirty="0"/>
          </a:p>
          <a:p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Maecenas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congue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  <a:r>
              <a:rPr lang="de-DE" sz="1200" dirty="0" err="1"/>
              <a:t>Fusce</a:t>
            </a:r>
            <a:r>
              <a:rPr lang="de-DE" sz="1200" dirty="0"/>
              <a:t> </a:t>
            </a:r>
            <a:r>
              <a:rPr lang="de-DE" sz="1200" dirty="0" err="1"/>
              <a:t>posuere</a:t>
            </a:r>
            <a:r>
              <a:rPr lang="de-DE" sz="1200" dirty="0"/>
              <a:t>, magna sed </a:t>
            </a:r>
            <a:r>
              <a:rPr lang="de-DE" sz="1200" dirty="0" err="1"/>
              <a:t>pulvinar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, </a:t>
            </a:r>
            <a:r>
              <a:rPr lang="de-DE" sz="1200" dirty="0" err="1"/>
              <a:t>purus</a:t>
            </a:r>
            <a:r>
              <a:rPr lang="de-DE" sz="1200" dirty="0"/>
              <a:t> </a:t>
            </a:r>
            <a:r>
              <a:rPr lang="de-DE" sz="1200" dirty="0" err="1"/>
              <a:t>lectus</a:t>
            </a:r>
            <a:r>
              <a:rPr lang="de-DE" sz="1200" dirty="0"/>
              <a:t> </a:t>
            </a:r>
            <a:r>
              <a:rPr lang="de-DE" sz="1200" dirty="0" err="1"/>
              <a:t>malesuada</a:t>
            </a:r>
            <a:r>
              <a:rPr lang="de-DE" sz="1200" dirty="0"/>
              <a:t> </a:t>
            </a:r>
            <a:r>
              <a:rPr lang="de-DE" sz="1200" dirty="0" err="1"/>
              <a:t>libero</a:t>
            </a:r>
            <a:r>
              <a:rPr lang="de-DE" sz="1200" dirty="0"/>
              <a:t>,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r>
              <a:rPr lang="de-DE" sz="1200" b="1" dirty="0"/>
              <a:t> commodo </a:t>
            </a:r>
            <a:r>
              <a:rPr lang="de-DE" sz="1200" dirty="0"/>
              <a:t>magna </a:t>
            </a:r>
            <a:r>
              <a:rPr lang="de-DE" sz="1200" dirty="0" err="1"/>
              <a:t>eros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. </a:t>
            </a: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b="1" dirty="0"/>
              <a:t>Maecenas </a:t>
            </a:r>
            <a:r>
              <a:rPr lang="de-DE" sz="1200" b="1" dirty="0" err="1"/>
              <a:t>porttitor</a:t>
            </a:r>
            <a:r>
              <a:rPr lang="de-DE" sz="1200" b="1" dirty="0"/>
              <a:t> </a:t>
            </a:r>
            <a:r>
              <a:rPr lang="de-DE" sz="1200" b="1" dirty="0" err="1"/>
              <a:t>congue</a:t>
            </a:r>
            <a:r>
              <a:rPr lang="de-DE" sz="1200" b="1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</a:p>
          <a:p>
            <a:endParaRPr lang="de-DE" sz="1200" dirty="0"/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2ECFD33D-2A4A-C129-C9B7-70DBDCE07090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 sz="1200" dirty="0"/>
              <a:t>Text </a:t>
            </a:r>
            <a:r>
              <a:rPr lang="en-US" sz="1200" dirty="0" err="1"/>
              <a:t>TheSans</a:t>
            </a:r>
            <a:r>
              <a:rPr lang="en-US" sz="1200" dirty="0"/>
              <a:t> Light Regular, 12pt, standard </a:t>
            </a:r>
            <a:r>
              <a:rPr lang="en-US" sz="1200" dirty="0" err="1"/>
              <a:t>colour</a:t>
            </a:r>
            <a:r>
              <a:rPr lang="en-US" sz="1200" dirty="0"/>
              <a:t>,  </a:t>
            </a:r>
            <a:endParaRPr lang="de-DE" sz="1200" dirty="0"/>
          </a:p>
          <a:p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Maecenas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congue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  <a:r>
              <a:rPr lang="de-DE" sz="1200" dirty="0" err="1"/>
              <a:t>Fusce</a:t>
            </a:r>
            <a:r>
              <a:rPr lang="de-DE" sz="1200" dirty="0"/>
              <a:t> </a:t>
            </a:r>
            <a:r>
              <a:rPr lang="de-DE" sz="1200" dirty="0" err="1"/>
              <a:t>posuere</a:t>
            </a:r>
            <a:r>
              <a:rPr lang="de-DE" sz="1200" dirty="0"/>
              <a:t>, magna sed </a:t>
            </a:r>
            <a:r>
              <a:rPr lang="de-DE" sz="1200" dirty="0" err="1"/>
              <a:t>pulvinar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, </a:t>
            </a:r>
            <a:r>
              <a:rPr lang="de-DE" sz="1200" dirty="0" err="1"/>
              <a:t>purus</a:t>
            </a:r>
            <a:r>
              <a:rPr lang="de-DE" sz="1200" dirty="0"/>
              <a:t> </a:t>
            </a:r>
            <a:r>
              <a:rPr lang="de-DE" sz="1200" dirty="0" err="1"/>
              <a:t>lectus</a:t>
            </a:r>
            <a:r>
              <a:rPr lang="de-DE" sz="1200" dirty="0"/>
              <a:t> </a:t>
            </a:r>
            <a:r>
              <a:rPr lang="de-DE" sz="1200" dirty="0" err="1"/>
              <a:t>malesuada</a:t>
            </a:r>
            <a:r>
              <a:rPr lang="de-DE" sz="1200" dirty="0"/>
              <a:t> </a:t>
            </a:r>
            <a:r>
              <a:rPr lang="de-DE" sz="1200" dirty="0" err="1"/>
              <a:t>libero</a:t>
            </a:r>
            <a:r>
              <a:rPr lang="de-DE" sz="1200" dirty="0"/>
              <a:t>,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r>
              <a:rPr lang="de-DE" sz="1200" b="1" dirty="0"/>
              <a:t> commodo </a:t>
            </a:r>
            <a:r>
              <a:rPr lang="de-DE" sz="1200" dirty="0"/>
              <a:t>magna </a:t>
            </a:r>
            <a:r>
              <a:rPr lang="de-DE" sz="1200" dirty="0" err="1"/>
              <a:t>eros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. </a:t>
            </a: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b="1" dirty="0"/>
              <a:t>Maecenas </a:t>
            </a:r>
            <a:r>
              <a:rPr lang="de-DE" sz="1200" b="1" dirty="0" err="1"/>
              <a:t>porttitor</a:t>
            </a:r>
            <a:r>
              <a:rPr lang="de-DE" sz="1200" b="1" dirty="0"/>
              <a:t> </a:t>
            </a:r>
            <a:r>
              <a:rPr lang="de-DE" sz="1200" b="1" dirty="0" err="1"/>
              <a:t>congue</a:t>
            </a:r>
            <a:r>
              <a:rPr lang="de-DE" sz="1200" b="1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</a:p>
          <a:p>
            <a:endParaRPr lang="de-DE" sz="1200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7A70E17-3DD3-4145-8704-25287D19B80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sz="1200" dirty="0"/>
              <a:t>Text </a:t>
            </a:r>
            <a:r>
              <a:rPr lang="en-US" sz="1200" dirty="0" err="1"/>
              <a:t>TheSans</a:t>
            </a:r>
            <a:r>
              <a:rPr lang="en-US" sz="1200" dirty="0"/>
              <a:t> Light Regular, 12pt, standard </a:t>
            </a:r>
            <a:r>
              <a:rPr lang="en-US" sz="1200" dirty="0" err="1"/>
              <a:t>colour</a:t>
            </a:r>
            <a:r>
              <a:rPr lang="en-US" sz="1200" dirty="0"/>
              <a:t>,  </a:t>
            </a:r>
            <a:endParaRPr lang="de-DE" sz="1200" dirty="0"/>
          </a:p>
          <a:p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Maecenas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congue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  <a:r>
              <a:rPr lang="de-DE" sz="1200" dirty="0" err="1"/>
              <a:t>Fusce</a:t>
            </a:r>
            <a:r>
              <a:rPr lang="de-DE" sz="1200" dirty="0"/>
              <a:t> </a:t>
            </a:r>
            <a:r>
              <a:rPr lang="de-DE" sz="1200" dirty="0" err="1"/>
              <a:t>posuere</a:t>
            </a:r>
            <a:r>
              <a:rPr lang="de-DE" sz="1200" dirty="0"/>
              <a:t>, magna sed </a:t>
            </a:r>
            <a:r>
              <a:rPr lang="de-DE" sz="1200" dirty="0" err="1"/>
              <a:t>pulvinar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, </a:t>
            </a:r>
            <a:r>
              <a:rPr lang="de-DE" sz="1200" dirty="0" err="1"/>
              <a:t>purus</a:t>
            </a:r>
            <a:r>
              <a:rPr lang="de-DE" sz="1200" dirty="0"/>
              <a:t> </a:t>
            </a:r>
            <a:r>
              <a:rPr lang="de-DE" sz="1200" dirty="0" err="1"/>
              <a:t>lectus</a:t>
            </a:r>
            <a:r>
              <a:rPr lang="de-DE" sz="1200" dirty="0"/>
              <a:t> </a:t>
            </a:r>
            <a:r>
              <a:rPr lang="de-DE" sz="1200" dirty="0" err="1"/>
              <a:t>malesuada</a:t>
            </a:r>
            <a:r>
              <a:rPr lang="de-DE" sz="1200" dirty="0"/>
              <a:t> </a:t>
            </a:r>
            <a:r>
              <a:rPr lang="de-DE" sz="1200" dirty="0" err="1"/>
              <a:t>libero</a:t>
            </a:r>
            <a:r>
              <a:rPr lang="de-DE" sz="1200" dirty="0"/>
              <a:t>,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r>
              <a:rPr lang="de-DE" sz="1200" b="1" dirty="0"/>
              <a:t> commodo </a:t>
            </a:r>
            <a:r>
              <a:rPr lang="de-DE" sz="1200" dirty="0"/>
              <a:t>magna </a:t>
            </a:r>
            <a:r>
              <a:rPr lang="de-DE" sz="1200" dirty="0" err="1"/>
              <a:t>eros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. </a:t>
            </a: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b="1" dirty="0"/>
              <a:t>Maecenas </a:t>
            </a:r>
            <a:r>
              <a:rPr lang="de-DE" sz="1200" b="1" dirty="0" err="1"/>
              <a:t>porttitor</a:t>
            </a:r>
            <a:r>
              <a:rPr lang="de-DE" sz="1200" b="1" dirty="0"/>
              <a:t> </a:t>
            </a:r>
            <a:r>
              <a:rPr lang="de-DE" sz="1200" b="1" dirty="0" err="1"/>
              <a:t>congue</a:t>
            </a:r>
            <a:r>
              <a:rPr lang="de-DE" sz="1200" b="1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</a:t>
            </a:r>
          </a:p>
          <a:p>
            <a:endParaRPr lang="de-DE" sz="1200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9F92F0F9-96E5-7F72-E7F9-305E645220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b="0" dirty="0" err="1"/>
              <a:t>Subheadline</a:t>
            </a:r>
            <a:r>
              <a:rPr lang="en-US" b="0" dirty="0"/>
              <a:t>: </a:t>
            </a:r>
            <a:r>
              <a:rPr lang="en-US" b="0" dirty="0" err="1"/>
              <a:t>TheSans</a:t>
            </a:r>
            <a:r>
              <a:rPr lang="en-US" b="0" dirty="0"/>
              <a:t> </a:t>
            </a:r>
            <a:r>
              <a:rPr lang="de-DE" b="0" dirty="0"/>
              <a:t>(</a:t>
            </a:r>
            <a:r>
              <a:rPr lang="de-DE" b="0" dirty="0" err="1"/>
              <a:t>Headl</a:t>
            </a:r>
            <a:r>
              <a:rPr lang="de-DE" b="0" dirty="0"/>
              <a:t>.), </a:t>
            </a:r>
            <a:r>
              <a:rPr lang="en-US" b="0" dirty="0"/>
              <a:t>16pt</a:t>
            </a:r>
            <a:endParaRPr lang="de-DE" b="0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F4EFACD6-3F58-2E72-DA9F-05DC471327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b="0" dirty="0" err="1"/>
              <a:t>Subheadline</a:t>
            </a:r>
            <a:r>
              <a:rPr lang="en-US" b="0" dirty="0"/>
              <a:t>: </a:t>
            </a:r>
            <a:r>
              <a:rPr lang="en-US" b="0" dirty="0" err="1"/>
              <a:t>TheSans</a:t>
            </a:r>
            <a:r>
              <a:rPr lang="en-US" b="0" dirty="0"/>
              <a:t> </a:t>
            </a:r>
            <a:r>
              <a:rPr lang="de-DE" b="0" dirty="0"/>
              <a:t>(</a:t>
            </a:r>
            <a:r>
              <a:rPr lang="de-DE" b="0" dirty="0" err="1"/>
              <a:t>Headl</a:t>
            </a:r>
            <a:r>
              <a:rPr lang="de-DE" b="0" dirty="0"/>
              <a:t>.), </a:t>
            </a:r>
            <a:r>
              <a:rPr lang="en-US" b="0" dirty="0"/>
              <a:t>16pt</a:t>
            </a:r>
            <a:endParaRPr lang="de-DE" b="0" dirty="0"/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694DAC5D-3BDA-CAF6-B9FB-8525B180746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b="0" dirty="0" err="1"/>
              <a:t>Subheadline</a:t>
            </a:r>
            <a:r>
              <a:rPr lang="en-US" b="0" dirty="0"/>
              <a:t>: </a:t>
            </a:r>
            <a:r>
              <a:rPr lang="en-US" b="0" dirty="0" err="1"/>
              <a:t>TheSans</a:t>
            </a:r>
            <a:r>
              <a:rPr lang="en-US" b="0" dirty="0"/>
              <a:t> </a:t>
            </a:r>
            <a:r>
              <a:rPr lang="de-DE" b="0" dirty="0"/>
              <a:t>(</a:t>
            </a:r>
            <a:r>
              <a:rPr lang="de-DE" b="0" dirty="0" err="1"/>
              <a:t>Headl</a:t>
            </a:r>
            <a:r>
              <a:rPr lang="de-DE" b="0" dirty="0"/>
              <a:t>.), </a:t>
            </a:r>
            <a:r>
              <a:rPr lang="en-US" b="0" dirty="0"/>
              <a:t>16pt</a:t>
            </a:r>
            <a:endParaRPr lang="de-DE" b="0" dirty="0"/>
          </a:p>
        </p:txBody>
      </p:sp>
      <p:pic>
        <p:nvPicPr>
          <p:cNvPr id="8" name="Bildplatzhalter 16" descr="Ein Bild, das Person, computer, Im Haus, Kleidung enthält.&#10;&#10;KI-generierte Inhalte können fehlerhaft sein.">
            <a:extLst>
              <a:ext uri="{FF2B5EF4-FFF2-40B4-BE49-F238E27FC236}">
                <a16:creationId xmlns:a16="http://schemas.microsoft.com/office/drawing/2014/main" id="{6EBB3CB0-06CD-7D06-1B45-0A65667EBA5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" t="2855" r="-322" b="18235"/>
          <a:stretch>
            <a:fillRect/>
          </a:stretch>
        </p:blipFill>
        <p:spPr>
          <a:xfrm>
            <a:off x="4224338" y="1485900"/>
            <a:ext cx="3744912" cy="1970088"/>
          </a:xfrm>
        </p:spPr>
      </p:pic>
      <p:pic>
        <p:nvPicPr>
          <p:cNvPr id="15" name="Bildplatzhalter 27">
            <a:extLst>
              <a:ext uri="{FF2B5EF4-FFF2-40B4-BE49-F238E27FC236}">
                <a16:creationId xmlns:a16="http://schemas.microsoft.com/office/drawing/2014/main" id="{EEDC5433-3FB0-5CAD-33A1-75555093236C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545" b="10545"/>
          <a:stretch>
            <a:fillRect/>
          </a:stretch>
        </p:blipFill>
        <p:spPr>
          <a:xfrm>
            <a:off x="8040688" y="1485900"/>
            <a:ext cx="3744912" cy="1970088"/>
          </a:xfrm>
        </p:spPr>
      </p:pic>
    </p:spTree>
    <p:extLst>
      <p:ext uri="{BB962C8B-B14F-4D97-AF65-F5344CB8AC3E}">
        <p14:creationId xmlns:p14="http://schemas.microsoft.com/office/powerpoint/2010/main" val="209471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9FCDD7E-9A7E-C001-6E86-F3C2E5CBAB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7335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FCDD7E-9A7E-C001-6E86-F3C2E5CBAB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1647EDEA-FFB5-8DDE-7092-69D7EA15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de-DE" noProof="0"/>
              <a:t>Vierspaltiges Textlayout mit Bildern</a:t>
            </a:r>
            <a:br>
              <a:rPr lang="de-DE" noProof="0"/>
            </a:br>
            <a:endParaRPr lang="de-DE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C0F23CA-D606-4235-9BCD-5046FBA2D1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871491-A730-4AC1-83FE-76F5E54AE6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9DB6FF1-BBA3-40F2-9938-77B5F0A51E9E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1B5F2-37C4-4952-A119-DE23D6E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7</a:t>
            </a:fld>
            <a:endParaRPr lang="de-DE" noProof="0"/>
          </a:p>
        </p:txBody>
      </p:sp>
      <p:pic>
        <p:nvPicPr>
          <p:cNvPr id="35" name="Bildplatzhalter 25">
            <a:extLst>
              <a:ext uri="{FF2B5EF4-FFF2-40B4-BE49-F238E27FC236}">
                <a16:creationId xmlns:a16="http://schemas.microsoft.com/office/drawing/2014/main" id="{ACC08E7A-8AA8-423A-90C6-545ACDE349A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41" t="8978" b="16153"/>
          <a:stretch>
            <a:fillRect/>
          </a:stretch>
        </p:blipFill>
        <p:spPr>
          <a:xfrm>
            <a:off x="406452" y="1486592"/>
            <a:ext cx="2734883" cy="1418156"/>
          </a:xfrm>
        </p:spPr>
      </p:pic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C57DF5A6-C55E-4D1E-998B-34A781A200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6453" y="3581981"/>
            <a:ext cx="2520328" cy="3016958"/>
          </a:xfrm>
        </p:spPr>
        <p:txBody>
          <a:bodyPr>
            <a:spAutoFit/>
          </a:bodyPr>
          <a:lstStyle/>
          <a:p>
            <a:r>
              <a:rPr lang="de-DE" sz="1200" noProof="0" err="1"/>
              <a:t>Consectetuer</a:t>
            </a:r>
            <a:r>
              <a:rPr lang="de-DE" sz="1200" noProof="0"/>
              <a:t> </a:t>
            </a:r>
            <a:r>
              <a:rPr lang="de-DE" sz="1200" noProof="0" err="1"/>
              <a:t>adipiscing</a:t>
            </a:r>
            <a:r>
              <a:rPr lang="de-DE" sz="1200" noProof="0"/>
              <a:t> </a:t>
            </a:r>
            <a:r>
              <a:rPr lang="de-DE" sz="1200" noProof="0" err="1"/>
              <a:t>elit</a:t>
            </a:r>
            <a:r>
              <a:rPr lang="de-DE" sz="1200" noProof="0"/>
              <a:t>. Maecenas </a:t>
            </a:r>
            <a:r>
              <a:rPr lang="de-DE" sz="1200" noProof="0" err="1"/>
              <a:t>porttitor</a:t>
            </a:r>
            <a:r>
              <a:rPr lang="de-DE" sz="1200" noProof="0"/>
              <a:t> </a:t>
            </a:r>
            <a:r>
              <a:rPr lang="de-DE" sz="1200" noProof="0" err="1"/>
              <a:t>congue</a:t>
            </a:r>
            <a:r>
              <a:rPr lang="de-DE" sz="1200" noProof="0"/>
              <a:t> </a:t>
            </a:r>
            <a:r>
              <a:rPr lang="de-DE" sz="1200" noProof="0" err="1"/>
              <a:t>massa</a:t>
            </a:r>
            <a:r>
              <a:rPr lang="de-DE" sz="1200" noProof="0"/>
              <a:t>. </a:t>
            </a:r>
            <a:r>
              <a:rPr lang="de-DE" sz="1200" noProof="0" err="1"/>
              <a:t>Fusce</a:t>
            </a:r>
            <a:r>
              <a:rPr lang="de-DE" sz="1200" noProof="0"/>
              <a:t> </a:t>
            </a:r>
            <a:r>
              <a:rPr lang="de-DE" sz="1200" noProof="0" err="1"/>
              <a:t>posuere</a:t>
            </a:r>
            <a:r>
              <a:rPr lang="de-DE" sz="1200" noProof="0"/>
              <a:t>, magna sed </a:t>
            </a:r>
            <a:r>
              <a:rPr lang="de-DE" sz="1200" noProof="0" err="1"/>
              <a:t>pulvinar</a:t>
            </a:r>
            <a:r>
              <a:rPr lang="de-DE" sz="1200" noProof="0"/>
              <a:t> </a:t>
            </a:r>
            <a:r>
              <a:rPr lang="de-DE" sz="1200" noProof="0" err="1"/>
              <a:t>ultricies</a:t>
            </a:r>
            <a:r>
              <a:rPr lang="de-DE" sz="1200" noProof="0"/>
              <a:t>, </a:t>
            </a:r>
            <a:r>
              <a:rPr lang="de-DE" sz="1200" noProof="0" err="1"/>
              <a:t>purus</a:t>
            </a:r>
            <a:r>
              <a:rPr lang="de-DE" sz="1200" noProof="0"/>
              <a:t> </a:t>
            </a:r>
            <a:r>
              <a:rPr lang="de-DE" sz="1200" noProof="0" err="1"/>
              <a:t>lectus</a:t>
            </a:r>
            <a:r>
              <a:rPr lang="de-DE" sz="1200" noProof="0"/>
              <a:t> </a:t>
            </a:r>
            <a:r>
              <a:rPr lang="de-DE" sz="1200" noProof="0" err="1"/>
              <a:t>malesuada</a:t>
            </a:r>
            <a:r>
              <a:rPr lang="de-DE" sz="1200" noProof="0"/>
              <a:t> </a:t>
            </a:r>
            <a:r>
              <a:rPr lang="de-DE" sz="1200" noProof="0" err="1"/>
              <a:t>libero</a:t>
            </a:r>
            <a:r>
              <a:rPr lang="de-DE" sz="1200" noProof="0"/>
              <a:t>, </a:t>
            </a:r>
            <a:r>
              <a:rPr lang="de-DE" sz="1200" noProof="0" err="1"/>
              <a:t>sit</a:t>
            </a:r>
            <a:r>
              <a:rPr lang="de-DE" sz="1200" noProof="0"/>
              <a:t> </a:t>
            </a:r>
            <a:r>
              <a:rPr lang="de-DE" sz="1200" noProof="0" err="1"/>
              <a:t>amet</a:t>
            </a:r>
            <a:r>
              <a:rPr lang="de-DE" sz="1200" noProof="0"/>
              <a:t> commodo magna </a:t>
            </a:r>
            <a:br>
              <a:rPr lang="de-DE" sz="1200" noProof="0"/>
            </a:br>
            <a:r>
              <a:rPr lang="de-DE" sz="1200" noProof="0" err="1"/>
              <a:t>eros</a:t>
            </a:r>
            <a:r>
              <a:rPr lang="de-DE" sz="1200" noProof="0"/>
              <a:t> </a:t>
            </a:r>
            <a:r>
              <a:rPr lang="de-DE" sz="1200" noProof="0" err="1"/>
              <a:t>quis</a:t>
            </a:r>
            <a:r>
              <a:rPr lang="de-DE" sz="1200" noProof="0"/>
              <a:t>.</a:t>
            </a:r>
            <a:endParaRPr lang="de-DE" noProof="0"/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DC87AE0E-D5C8-439A-88CC-866321E33EE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87816" y="3581981"/>
            <a:ext cx="2520328" cy="3016958"/>
          </a:xfrm>
        </p:spPr>
        <p:txBody>
          <a:bodyPr>
            <a:spAutoFit/>
          </a:bodyPr>
          <a:lstStyle/>
          <a:p>
            <a:r>
              <a:rPr lang="de-DE" sz="1200" noProof="0" err="1"/>
              <a:t>Lorem</a:t>
            </a:r>
            <a:r>
              <a:rPr lang="de-DE" sz="1200" noProof="0"/>
              <a:t> </a:t>
            </a:r>
            <a:r>
              <a:rPr lang="de-DE" sz="1200" noProof="0" err="1"/>
              <a:t>ipsum</a:t>
            </a:r>
            <a:r>
              <a:rPr lang="de-DE" sz="1200" noProof="0"/>
              <a:t> </a:t>
            </a:r>
            <a:r>
              <a:rPr lang="de-DE" sz="1200" noProof="0" err="1"/>
              <a:t>dolor</a:t>
            </a:r>
            <a:r>
              <a:rPr lang="de-DE" sz="1200" noProof="0"/>
              <a:t> </a:t>
            </a:r>
            <a:r>
              <a:rPr lang="de-DE" sz="1200" noProof="0" err="1"/>
              <a:t>sit</a:t>
            </a:r>
            <a:r>
              <a:rPr lang="de-DE" sz="1200" noProof="0"/>
              <a:t> </a:t>
            </a:r>
            <a:r>
              <a:rPr lang="de-DE" sz="1200" noProof="0" err="1"/>
              <a:t>amet</a:t>
            </a:r>
            <a:r>
              <a:rPr lang="de-DE" sz="1200" noProof="0"/>
              <a:t>, </a:t>
            </a:r>
            <a:r>
              <a:rPr lang="de-DE" sz="1200" noProof="0" err="1"/>
              <a:t>consectetuer</a:t>
            </a:r>
            <a:r>
              <a:rPr lang="de-DE" sz="1200" noProof="0"/>
              <a:t> </a:t>
            </a:r>
            <a:r>
              <a:rPr lang="de-DE" sz="1200" noProof="0" err="1"/>
              <a:t>adipiscing</a:t>
            </a:r>
            <a:r>
              <a:rPr lang="de-DE" sz="1200" noProof="0"/>
              <a:t> </a:t>
            </a:r>
            <a:r>
              <a:rPr lang="de-DE" sz="1200" noProof="0" err="1"/>
              <a:t>elit</a:t>
            </a:r>
            <a:r>
              <a:rPr lang="de-DE" sz="1200" noProof="0"/>
              <a:t>.</a:t>
            </a:r>
          </a:p>
          <a:p>
            <a:pPr marL="180993" indent="-180993" defTabSz="914491">
              <a:buFont typeface="Wingdings" panose="05000000000000000000" pitchFamily="2" charset="2"/>
              <a:buChar char="§"/>
            </a:pPr>
            <a:r>
              <a:rPr lang="de-DE" sz="1200" noProof="0"/>
              <a:t>Maecenas </a:t>
            </a:r>
            <a:r>
              <a:rPr lang="de-DE" sz="1200" noProof="0" err="1"/>
              <a:t>porttitor</a:t>
            </a:r>
            <a:r>
              <a:rPr lang="de-DE" sz="1200" noProof="0"/>
              <a:t> </a:t>
            </a:r>
            <a:r>
              <a:rPr lang="de-DE" sz="1200" noProof="0" err="1"/>
              <a:t>congue</a:t>
            </a:r>
            <a:r>
              <a:rPr lang="de-DE" sz="1200" noProof="0"/>
              <a:t> </a:t>
            </a:r>
            <a:r>
              <a:rPr lang="de-DE" sz="1200" noProof="0" err="1"/>
              <a:t>massa</a:t>
            </a:r>
            <a:r>
              <a:rPr lang="de-DE" sz="1200" noProof="0"/>
              <a:t>. </a:t>
            </a:r>
            <a:r>
              <a:rPr lang="de-DE" sz="1200" noProof="0" err="1"/>
              <a:t>Fusce</a:t>
            </a:r>
            <a:r>
              <a:rPr lang="de-DE" sz="1200" noProof="0"/>
              <a:t> </a:t>
            </a:r>
            <a:r>
              <a:rPr lang="de-DE" sz="1200" noProof="0" err="1"/>
              <a:t>posuere</a:t>
            </a:r>
            <a:r>
              <a:rPr lang="de-DE" sz="1200" noProof="0"/>
              <a:t>, magna sed </a:t>
            </a:r>
            <a:r>
              <a:rPr lang="de-DE" sz="1200" noProof="0" err="1"/>
              <a:t>pulvinar</a:t>
            </a:r>
            <a:r>
              <a:rPr lang="de-DE" sz="1200" noProof="0"/>
              <a:t> </a:t>
            </a:r>
            <a:r>
              <a:rPr lang="de-DE" sz="1200" noProof="0" err="1"/>
              <a:t>ultricies</a:t>
            </a:r>
            <a:endParaRPr lang="de-DE" sz="1200" noProof="0"/>
          </a:p>
          <a:p>
            <a:pPr marL="180993" indent="-180993" defTabSz="914491">
              <a:buFont typeface="Wingdings" panose="05000000000000000000" pitchFamily="2" charset="2"/>
              <a:buChar char="§"/>
            </a:pPr>
            <a:r>
              <a:rPr lang="de-DE" sz="1200" noProof="0" err="1"/>
              <a:t>Purus</a:t>
            </a:r>
            <a:r>
              <a:rPr lang="de-DE" sz="1200" noProof="0"/>
              <a:t> </a:t>
            </a:r>
            <a:r>
              <a:rPr lang="de-DE" sz="1200" noProof="0" err="1"/>
              <a:t>lectus</a:t>
            </a:r>
            <a:r>
              <a:rPr lang="de-DE" sz="1200" noProof="0"/>
              <a:t> </a:t>
            </a:r>
            <a:r>
              <a:rPr lang="de-DE" sz="1200" noProof="0" err="1"/>
              <a:t>malesuada</a:t>
            </a:r>
            <a:r>
              <a:rPr lang="de-DE" sz="1200" noProof="0"/>
              <a:t> </a:t>
            </a:r>
            <a:r>
              <a:rPr lang="de-DE" sz="1200" noProof="0" err="1"/>
              <a:t>libero</a:t>
            </a:r>
            <a:r>
              <a:rPr lang="de-DE" sz="1200" noProof="0"/>
              <a:t>, </a:t>
            </a:r>
            <a:r>
              <a:rPr lang="de-DE" sz="1200" noProof="0" err="1"/>
              <a:t>sit</a:t>
            </a:r>
            <a:r>
              <a:rPr lang="de-DE" sz="1200" noProof="0"/>
              <a:t> </a:t>
            </a:r>
            <a:r>
              <a:rPr lang="de-DE" sz="1200" noProof="0" err="1"/>
              <a:t>amet</a:t>
            </a:r>
            <a:r>
              <a:rPr lang="de-DE" sz="1200" noProof="0"/>
              <a:t> commodo magna </a:t>
            </a:r>
            <a:r>
              <a:rPr lang="de-DE" sz="1200" noProof="0" err="1"/>
              <a:t>eros</a:t>
            </a:r>
            <a:r>
              <a:rPr lang="de-DE" sz="1200" noProof="0"/>
              <a:t> </a:t>
            </a:r>
            <a:r>
              <a:rPr lang="de-DE" sz="1200" noProof="0" err="1"/>
              <a:t>quis</a:t>
            </a:r>
            <a:r>
              <a:rPr lang="de-DE" sz="1200" noProof="0"/>
              <a:t> </a:t>
            </a:r>
            <a:r>
              <a:rPr lang="de-DE" sz="1200" noProof="0" err="1"/>
              <a:t>urna</a:t>
            </a:r>
            <a:r>
              <a:rPr lang="de-DE" sz="1200" noProof="0"/>
              <a:t>.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18EE5E0-1BA7-456F-983D-B4913973C2D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9180" y="3581981"/>
            <a:ext cx="2520328" cy="3016958"/>
          </a:xfrm>
        </p:spPr>
        <p:txBody>
          <a:bodyPr>
            <a:spAutoFit/>
          </a:bodyPr>
          <a:lstStyle/>
          <a:p>
            <a:r>
              <a:rPr lang="de-DE" sz="1200" noProof="0"/>
              <a:t>Maecenas </a:t>
            </a:r>
            <a:r>
              <a:rPr lang="de-DE" sz="1200" noProof="0" err="1"/>
              <a:t>porttitor</a:t>
            </a:r>
            <a:r>
              <a:rPr lang="de-DE" sz="1200" noProof="0"/>
              <a:t> </a:t>
            </a:r>
            <a:r>
              <a:rPr lang="de-DE" sz="1200" noProof="0" err="1"/>
              <a:t>congue</a:t>
            </a:r>
            <a:r>
              <a:rPr lang="de-DE" sz="1200" noProof="0"/>
              <a:t> </a:t>
            </a:r>
            <a:r>
              <a:rPr lang="de-DE" sz="1200" noProof="0" err="1"/>
              <a:t>massa</a:t>
            </a:r>
            <a:r>
              <a:rPr lang="de-DE" sz="1200" noProof="0"/>
              <a:t>. </a:t>
            </a:r>
            <a:r>
              <a:rPr lang="de-DE" sz="1200" noProof="0" err="1"/>
              <a:t>Fusce</a:t>
            </a:r>
            <a:r>
              <a:rPr lang="de-DE" sz="1200" noProof="0"/>
              <a:t> </a:t>
            </a:r>
            <a:r>
              <a:rPr lang="de-DE" sz="1200" noProof="0" err="1"/>
              <a:t>posuere</a:t>
            </a:r>
            <a:r>
              <a:rPr lang="de-DE" sz="1200" noProof="0"/>
              <a:t>, magna sed </a:t>
            </a:r>
            <a:r>
              <a:rPr lang="de-DE" sz="1200" noProof="0" err="1"/>
              <a:t>pulvinar</a:t>
            </a:r>
            <a:r>
              <a:rPr lang="de-DE" sz="1200" noProof="0"/>
              <a:t> </a:t>
            </a:r>
            <a:r>
              <a:rPr lang="de-DE" sz="1200" noProof="0" err="1"/>
              <a:t>ultricies</a:t>
            </a:r>
            <a:r>
              <a:rPr lang="de-DE" sz="1200" noProof="0"/>
              <a:t>, </a:t>
            </a:r>
            <a:r>
              <a:rPr lang="de-DE" sz="1200" noProof="0" err="1"/>
              <a:t>purus</a:t>
            </a:r>
            <a:r>
              <a:rPr lang="de-DE" sz="1200" noProof="0"/>
              <a:t> </a:t>
            </a:r>
            <a:r>
              <a:rPr lang="de-DE" sz="1200" noProof="0" err="1"/>
              <a:t>lectus</a:t>
            </a:r>
            <a:r>
              <a:rPr lang="de-DE" sz="1200" noProof="0"/>
              <a:t> </a:t>
            </a:r>
            <a:r>
              <a:rPr lang="de-DE" sz="1200" noProof="0" err="1"/>
              <a:t>malesuada</a:t>
            </a:r>
            <a:r>
              <a:rPr lang="de-DE" sz="1200" noProof="0"/>
              <a:t> </a:t>
            </a:r>
            <a:r>
              <a:rPr lang="de-DE" sz="1200" noProof="0" err="1"/>
              <a:t>libero</a:t>
            </a:r>
            <a:r>
              <a:rPr lang="de-DE" sz="1200" noProof="0"/>
              <a:t>, </a:t>
            </a:r>
            <a:r>
              <a:rPr lang="de-DE" sz="1200" noProof="0" err="1"/>
              <a:t>sit</a:t>
            </a:r>
            <a:r>
              <a:rPr lang="de-DE" sz="1200" noProof="0"/>
              <a:t> </a:t>
            </a:r>
            <a:r>
              <a:rPr lang="de-DE" sz="1200" noProof="0" err="1"/>
              <a:t>amet</a:t>
            </a:r>
            <a:r>
              <a:rPr lang="de-DE" sz="1200" noProof="0"/>
              <a:t> commodo </a:t>
            </a:r>
            <a:r>
              <a:rPr lang="de-DE" sz="1200" noProof="0" err="1"/>
              <a:t>quis</a:t>
            </a:r>
            <a:r>
              <a:rPr lang="de-DE" sz="1200" noProof="0"/>
              <a:t>.</a:t>
            </a:r>
            <a:endParaRPr lang="de-DE" noProof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1BBC32B-CBB0-4A6D-A9EB-3699D0FB5B4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050543" y="3581981"/>
            <a:ext cx="2520328" cy="3016958"/>
          </a:xfrm>
        </p:spPr>
        <p:txBody>
          <a:bodyPr>
            <a:spAutoFit/>
          </a:bodyPr>
          <a:lstStyle/>
          <a:p>
            <a:r>
              <a:rPr lang="de-DE" sz="1200" noProof="0" err="1"/>
              <a:t>Consectetuer</a:t>
            </a:r>
            <a:r>
              <a:rPr lang="de-DE" sz="1200" noProof="0"/>
              <a:t> </a:t>
            </a:r>
            <a:r>
              <a:rPr lang="de-DE" sz="1200" noProof="0" err="1"/>
              <a:t>adipiscing</a:t>
            </a:r>
            <a:r>
              <a:rPr lang="de-DE" sz="1200" noProof="0"/>
              <a:t> </a:t>
            </a:r>
            <a:r>
              <a:rPr lang="de-DE" sz="1200" noProof="0" err="1"/>
              <a:t>elit</a:t>
            </a:r>
            <a:r>
              <a:rPr lang="de-DE" sz="1200" noProof="0"/>
              <a:t>. Maecenas </a:t>
            </a:r>
            <a:r>
              <a:rPr lang="de-DE" sz="1200" noProof="0" err="1"/>
              <a:t>porttitor</a:t>
            </a:r>
            <a:r>
              <a:rPr lang="de-DE" sz="1200" noProof="0"/>
              <a:t> </a:t>
            </a:r>
            <a:r>
              <a:rPr lang="de-DE" sz="1200" noProof="0" err="1"/>
              <a:t>congue</a:t>
            </a:r>
            <a:r>
              <a:rPr lang="de-DE" sz="1200" noProof="0"/>
              <a:t> </a:t>
            </a:r>
            <a:r>
              <a:rPr lang="de-DE" sz="1200" noProof="0" err="1"/>
              <a:t>massa</a:t>
            </a:r>
            <a:r>
              <a:rPr lang="de-DE" sz="1200" noProof="0"/>
              <a:t>. </a:t>
            </a:r>
            <a:r>
              <a:rPr lang="de-DE" sz="1200" noProof="0" err="1"/>
              <a:t>Fusce</a:t>
            </a:r>
            <a:r>
              <a:rPr lang="de-DE" sz="1200" noProof="0"/>
              <a:t> </a:t>
            </a:r>
            <a:r>
              <a:rPr lang="de-DE" sz="1200" noProof="0" err="1"/>
              <a:t>posuere</a:t>
            </a:r>
            <a:r>
              <a:rPr lang="de-DE" sz="1200" noProof="0"/>
              <a:t>, magna sed </a:t>
            </a:r>
            <a:r>
              <a:rPr lang="de-DE" sz="1200" noProof="0" err="1"/>
              <a:t>pulvinar</a:t>
            </a:r>
            <a:r>
              <a:rPr lang="de-DE" sz="1200" noProof="0"/>
              <a:t> </a:t>
            </a:r>
            <a:r>
              <a:rPr lang="de-DE" sz="1200" noProof="0" err="1"/>
              <a:t>ultricies</a:t>
            </a:r>
            <a:r>
              <a:rPr lang="de-DE" sz="1200" noProof="0"/>
              <a:t>, </a:t>
            </a:r>
            <a:r>
              <a:rPr lang="de-DE" sz="1200" noProof="0" err="1"/>
              <a:t>purus</a:t>
            </a:r>
            <a:r>
              <a:rPr lang="de-DE" sz="1200" noProof="0"/>
              <a:t> </a:t>
            </a:r>
            <a:r>
              <a:rPr lang="de-DE" sz="1200" noProof="0" err="1"/>
              <a:t>lectus</a:t>
            </a:r>
            <a:r>
              <a:rPr lang="de-DE" sz="1200" noProof="0"/>
              <a:t> </a:t>
            </a:r>
            <a:r>
              <a:rPr lang="de-DE" sz="1200" noProof="0" err="1"/>
              <a:t>malesuada</a:t>
            </a:r>
            <a:r>
              <a:rPr lang="de-DE" sz="1200" noProof="0"/>
              <a:t> </a:t>
            </a:r>
            <a:r>
              <a:rPr lang="de-DE" sz="1200" noProof="0" err="1"/>
              <a:t>libero</a:t>
            </a:r>
            <a:r>
              <a:rPr lang="de-DE" sz="1200" noProof="0"/>
              <a:t>, </a:t>
            </a:r>
            <a:r>
              <a:rPr lang="de-DE" sz="1200" noProof="0" err="1"/>
              <a:t>sit</a:t>
            </a:r>
            <a:r>
              <a:rPr lang="de-DE" sz="1200" noProof="0"/>
              <a:t> </a:t>
            </a:r>
            <a:r>
              <a:rPr lang="de-DE" sz="1200" noProof="0" err="1"/>
              <a:t>amet</a:t>
            </a:r>
            <a:r>
              <a:rPr lang="de-DE" sz="1200" noProof="0"/>
              <a:t> commodo </a:t>
            </a:r>
            <a:r>
              <a:rPr lang="de-DE" sz="1200" noProof="0" err="1"/>
              <a:t>quis</a:t>
            </a:r>
            <a:r>
              <a:rPr lang="de-DE" sz="1200" noProof="0"/>
              <a:t>. </a:t>
            </a:r>
            <a:r>
              <a:rPr lang="de-DE" sz="1200" b="1" noProof="0"/>
              <a:t>Maecenas </a:t>
            </a:r>
            <a:r>
              <a:rPr lang="de-DE" sz="1200" b="1" noProof="0" err="1"/>
              <a:t>porttitor</a:t>
            </a:r>
            <a:r>
              <a:rPr lang="de-DE" sz="1200" b="1" noProof="0"/>
              <a:t> </a:t>
            </a:r>
            <a:r>
              <a:rPr lang="de-DE" sz="1200" b="1" noProof="0" err="1"/>
              <a:t>congue</a:t>
            </a:r>
            <a:r>
              <a:rPr lang="de-DE" sz="1200" b="1" noProof="0"/>
              <a:t> </a:t>
            </a:r>
            <a:r>
              <a:rPr lang="de-DE" sz="1200" noProof="0" err="1"/>
              <a:t>massa</a:t>
            </a:r>
            <a:r>
              <a:rPr lang="de-DE" sz="1200" noProof="0"/>
              <a:t>. </a:t>
            </a:r>
            <a:r>
              <a:rPr lang="de-DE" sz="1200" noProof="0" err="1"/>
              <a:t>Fusce</a:t>
            </a:r>
            <a:r>
              <a:rPr lang="de-DE" sz="1200" noProof="0"/>
              <a:t> </a:t>
            </a:r>
            <a:r>
              <a:rPr lang="de-DE" sz="1200" noProof="0" err="1"/>
              <a:t>posuere</a:t>
            </a:r>
            <a:r>
              <a:rPr lang="de-DE" sz="1200" noProof="0"/>
              <a:t>, magna sed </a:t>
            </a:r>
            <a:r>
              <a:rPr lang="de-DE" sz="1200" noProof="0" err="1"/>
              <a:t>pulvinar</a:t>
            </a:r>
            <a:r>
              <a:rPr lang="de-DE" sz="1200" noProof="0"/>
              <a:t> </a:t>
            </a:r>
            <a:r>
              <a:rPr lang="de-DE" sz="1200" noProof="0" err="1"/>
              <a:t>ultricies</a:t>
            </a:r>
            <a:r>
              <a:rPr lang="de-DE" sz="1200" noProof="0"/>
              <a:t>. </a:t>
            </a:r>
            <a:r>
              <a:rPr lang="de-DE" sz="1200" b="1" noProof="0" err="1"/>
              <a:t>Consectetuer</a:t>
            </a:r>
            <a:r>
              <a:rPr lang="de-DE" sz="1200" b="1" noProof="0"/>
              <a:t> </a:t>
            </a:r>
            <a:r>
              <a:rPr lang="de-DE" sz="1200" b="1" noProof="0" err="1"/>
              <a:t>adipiscing</a:t>
            </a:r>
            <a:r>
              <a:rPr lang="de-DE" sz="1200" b="1" noProof="0"/>
              <a:t> </a:t>
            </a:r>
            <a:r>
              <a:rPr lang="de-DE" sz="1200" noProof="0" err="1"/>
              <a:t>elit</a:t>
            </a:r>
            <a:r>
              <a:rPr lang="de-DE" sz="1200" noProof="0"/>
              <a:t>. 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4C9E84BA-BA5D-58B1-BA8A-13E7843424AE}"/>
              </a:ext>
            </a:extLst>
          </p:cNvPr>
          <p:cNvSpPr txBox="1">
            <a:spLocks/>
          </p:cNvSpPr>
          <p:nvPr/>
        </p:nvSpPr>
        <p:spPr>
          <a:xfrm>
            <a:off x="406452" y="3081612"/>
            <a:ext cx="2793600" cy="204959"/>
          </a:xfrm>
          <a:prstGeom prst="rect">
            <a:avLst/>
          </a:prstGeom>
        </p:spPr>
        <p:txBody>
          <a:bodyPr lIns="0"/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latin typeface="+mj-lt"/>
              </a:rPr>
              <a:t>Subheadline:TheSans</a:t>
            </a:r>
            <a:r>
              <a:rPr lang="de-DE" sz="1600">
                <a:latin typeface="+mj-lt"/>
              </a:rPr>
              <a:t>(Ü)</a:t>
            </a:r>
            <a:r>
              <a:rPr lang="en-US" sz="1600">
                <a:latin typeface="+mj-lt"/>
              </a:rPr>
              <a:t>16pt</a:t>
            </a:r>
            <a:endParaRPr lang="de-DE" sz="1600">
              <a:latin typeface="+mj-lt"/>
            </a:endParaRPr>
          </a:p>
        </p:txBody>
      </p:sp>
      <p:sp>
        <p:nvSpPr>
          <p:cNvPr id="14" name="Textplatzhalter 28">
            <a:extLst>
              <a:ext uri="{FF2B5EF4-FFF2-40B4-BE49-F238E27FC236}">
                <a16:creationId xmlns:a16="http://schemas.microsoft.com/office/drawing/2014/main" id="{A2CFA4E6-14F5-7067-D458-54A159022870}"/>
              </a:ext>
            </a:extLst>
          </p:cNvPr>
          <p:cNvSpPr txBox="1">
            <a:spLocks/>
          </p:cNvSpPr>
          <p:nvPr/>
        </p:nvSpPr>
        <p:spPr>
          <a:xfrm>
            <a:off x="3278902" y="3081612"/>
            <a:ext cx="2793600" cy="204959"/>
          </a:xfrm>
          <a:prstGeom prst="rect">
            <a:avLst/>
          </a:prstGeom>
        </p:spPr>
        <p:txBody>
          <a:bodyPr lIns="0"/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latin typeface="+mj-lt"/>
              </a:rPr>
              <a:t>Subheadline:TheSans</a:t>
            </a:r>
            <a:r>
              <a:rPr lang="de-DE" sz="1600">
                <a:latin typeface="+mj-lt"/>
              </a:rPr>
              <a:t>(Ü)</a:t>
            </a:r>
            <a:r>
              <a:rPr lang="en-US" sz="1600">
                <a:latin typeface="+mj-lt"/>
              </a:rPr>
              <a:t>16pt</a:t>
            </a:r>
            <a:endParaRPr lang="de-DE" sz="1600">
              <a:latin typeface="+mj-lt"/>
            </a:endParaRPr>
          </a:p>
        </p:txBody>
      </p:sp>
      <p:sp>
        <p:nvSpPr>
          <p:cNvPr id="15" name="Textplatzhalter 29">
            <a:extLst>
              <a:ext uri="{FF2B5EF4-FFF2-40B4-BE49-F238E27FC236}">
                <a16:creationId xmlns:a16="http://schemas.microsoft.com/office/drawing/2014/main" id="{7523B05B-4FDD-7717-54F0-BB47A91CE421}"/>
              </a:ext>
            </a:extLst>
          </p:cNvPr>
          <p:cNvSpPr txBox="1">
            <a:spLocks/>
          </p:cNvSpPr>
          <p:nvPr/>
        </p:nvSpPr>
        <p:spPr>
          <a:xfrm>
            <a:off x="6135219" y="3081612"/>
            <a:ext cx="2793600" cy="204959"/>
          </a:xfrm>
          <a:prstGeom prst="rect">
            <a:avLst/>
          </a:prstGeom>
        </p:spPr>
        <p:txBody>
          <a:bodyPr lIns="0"/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latin typeface="+mj-lt"/>
              </a:rPr>
              <a:t>Subheadline:TheSans</a:t>
            </a:r>
            <a:r>
              <a:rPr lang="de-DE" sz="1600">
                <a:latin typeface="+mj-lt"/>
              </a:rPr>
              <a:t>(Ü)</a:t>
            </a:r>
            <a:r>
              <a:rPr lang="en-US" sz="1600">
                <a:latin typeface="+mj-lt"/>
              </a:rPr>
              <a:t>16pt</a:t>
            </a:r>
            <a:endParaRPr lang="de-DE" sz="1600">
              <a:latin typeface="+mj-lt"/>
            </a:endParaRPr>
          </a:p>
        </p:txBody>
      </p:sp>
      <p:sp>
        <p:nvSpPr>
          <p:cNvPr id="16" name="Textplatzhalter 30">
            <a:extLst>
              <a:ext uri="{FF2B5EF4-FFF2-40B4-BE49-F238E27FC236}">
                <a16:creationId xmlns:a16="http://schemas.microsoft.com/office/drawing/2014/main" id="{3D598E2D-D1DC-5CDD-56B9-7CF0F4BD9E40}"/>
              </a:ext>
            </a:extLst>
          </p:cNvPr>
          <p:cNvSpPr txBox="1">
            <a:spLocks/>
          </p:cNvSpPr>
          <p:nvPr/>
        </p:nvSpPr>
        <p:spPr>
          <a:xfrm>
            <a:off x="8991537" y="3081612"/>
            <a:ext cx="2793600" cy="204959"/>
          </a:xfrm>
          <a:prstGeom prst="rect">
            <a:avLst/>
          </a:prstGeom>
        </p:spPr>
        <p:txBody>
          <a:bodyPr lIns="0"/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err="1">
                <a:latin typeface="+mj-lt"/>
              </a:rPr>
              <a:t>Subheadline:TheSans</a:t>
            </a:r>
            <a:r>
              <a:rPr lang="de-DE" sz="1600">
                <a:latin typeface="+mj-lt"/>
              </a:rPr>
              <a:t>(Ü)</a:t>
            </a:r>
            <a:r>
              <a:rPr lang="en-US" sz="1600">
                <a:latin typeface="+mj-lt"/>
              </a:rPr>
              <a:t>16pt</a:t>
            </a:r>
            <a:endParaRPr lang="de-DE" sz="1600">
              <a:latin typeface="+mj-lt"/>
            </a:endParaRPr>
          </a:p>
        </p:txBody>
      </p:sp>
      <p:pic>
        <p:nvPicPr>
          <p:cNvPr id="12" name="Bildplatzhalter 40">
            <a:extLst>
              <a:ext uri="{FF2B5EF4-FFF2-40B4-BE49-F238E27FC236}">
                <a16:creationId xmlns:a16="http://schemas.microsoft.com/office/drawing/2014/main" id="{6284F5A9-4F6A-FC55-FECC-82356E7CB311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116" b="11116"/>
          <a:stretch/>
        </p:blipFill>
        <p:spPr>
          <a:xfrm>
            <a:off x="9050338" y="1485900"/>
            <a:ext cx="2735262" cy="1419225"/>
          </a:xfrm>
        </p:spPr>
      </p:pic>
      <p:pic>
        <p:nvPicPr>
          <p:cNvPr id="19" name="Bildplatzhalter 29">
            <a:extLst>
              <a:ext uri="{FF2B5EF4-FFF2-40B4-BE49-F238E27FC236}">
                <a16:creationId xmlns:a16="http://schemas.microsoft.com/office/drawing/2014/main" id="{D7A0222C-68C8-86D8-9342-A84B87813FE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70" b="11070"/>
          <a:stretch/>
        </p:blipFill>
        <p:spPr>
          <a:xfrm>
            <a:off x="6169025" y="1485900"/>
            <a:ext cx="2735263" cy="1419225"/>
          </a:xfrm>
        </p:spPr>
      </p:pic>
      <p:pic>
        <p:nvPicPr>
          <p:cNvPr id="11" name="Bildplatzhalter 12" descr="Ein Bild, das Kleidung, Person, Gebäude, Jeans enthält.&#10;&#10;KI-generierte Inhalte können fehlerhaft sein.">
            <a:extLst>
              <a:ext uri="{FF2B5EF4-FFF2-40B4-BE49-F238E27FC236}">
                <a16:creationId xmlns:a16="http://schemas.microsoft.com/office/drawing/2014/main" id="{8E62D2BA-2E2F-9516-C537-58B7912E8682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85" b="11085"/>
          <a:stretch/>
        </p:blipFill>
        <p:spPr>
          <a:xfrm>
            <a:off x="3287713" y="1485900"/>
            <a:ext cx="2735262" cy="1419225"/>
          </a:xfrm>
        </p:spPr>
      </p:pic>
    </p:spTree>
    <p:extLst>
      <p:ext uri="{BB962C8B-B14F-4D97-AF65-F5344CB8AC3E}">
        <p14:creationId xmlns:p14="http://schemas.microsoft.com/office/powerpoint/2010/main" val="303921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B7E0582-C669-ABE9-CE17-3A21BE4F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0BAF5D1-7AF0-2574-4BFA-A1E2DD36D9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4896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BAF5D1-7AF0-2574-4BFA-A1E2DD36D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B570E65B-F6B9-2798-1674-AA4AC9B9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 dirty="0"/>
              <a:t>Headline: </a:t>
            </a:r>
            <a:r>
              <a:rPr lang="de-DE" noProof="0" dirty="0" err="1"/>
              <a:t>TheSans</a:t>
            </a:r>
            <a:r>
              <a:rPr lang="de-DE" noProof="0" dirty="0"/>
              <a:t> (Headline) Regular, 24pt</a:t>
            </a:r>
          </a:p>
        </p:txBody>
      </p:sp>
      <p:pic>
        <p:nvPicPr>
          <p:cNvPr id="16" name="Bildplatzhalter 15" descr="Ein Bild, das draußen, Himmel, Baum, Stange Pfosten enthält.&#10;&#10;KI-generierte Inhalte können fehlerhaft sein.">
            <a:extLst>
              <a:ext uri="{FF2B5EF4-FFF2-40B4-BE49-F238E27FC236}">
                <a16:creationId xmlns:a16="http://schemas.microsoft.com/office/drawing/2014/main" id="{FDB48F6C-B3FA-3A4F-EF3E-A521E78DF19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647" r="28390" b="6255"/>
          <a:stretch>
            <a:fillRect/>
          </a:stretch>
        </p:blipFill>
        <p:spPr>
          <a:xfrm>
            <a:off x="8154462" y="0"/>
            <a:ext cx="4051158" cy="6861175"/>
          </a:xfr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A9E9A28-06B3-9A39-C405-16BB2576F0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053054D-E817-8F3E-77C7-B76D01782A7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DE89032-BB53-4FB2-8F08-92390CA321B6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9AFED9-481C-0C57-1215-7F440505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>
                <a:solidFill>
                  <a:schemeClr val="bg1"/>
                </a:solidFill>
              </a:rPr>
              <a:pPr/>
              <a:t>8</a:t>
            </a:fld>
            <a:endParaRPr lang="de-DE" noProof="0">
              <a:solidFill>
                <a:schemeClr val="bg1"/>
              </a:solidFill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8FFD60AE-3D37-ED6F-EE31-8B66D73155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9469" y="1941513"/>
            <a:ext cx="7199313" cy="2517775"/>
          </a:xfrm>
        </p:spPr>
        <p:txBody>
          <a:bodyPr>
            <a:spAutoFit/>
          </a:bodyPr>
          <a:lstStyle/>
          <a:p>
            <a:r>
              <a:rPr lang="en-US" sz="1400" dirty="0"/>
              <a:t>Text </a:t>
            </a:r>
            <a:r>
              <a:rPr lang="en-US" sz="1400" dirty="0" err="1"/>
              <a:t>TheSans</a:t>
            </a:r>
            <a:r>
              <a:rPr lang="en-US" sz="1400" dirty="0"/>
              <a:t> Light Regular, 14pt, standard </a:t>
            </a:r>
            <a:r>
              <a:rPr lang="en-US" sz="1400" dirty="0" err="1"/>
              <a:t>colour</a:t>
            </a:r>
            <a:r>
              <a:rPr lang="en-US" sz="1400" dirty="0"/>
              <a:t>,  </a:t>
            </a:r>
            <a:endParaRPr lang="de-DE" sz="1400" dirty="0"/>
          </a:p>
          <a:p>
            <a:r>
              <a:rPr lang="de-DE" sz="1400" noProof="0" dirty="0" err="1"/>
              <a:t>Consectetuer</a:t>
            </a:r>
            <a:r>
              <a:rPr lang="de-DE" sz="1400" noProof="0" dirty="0"/>
              <a:t> </a:t>
            </a:r>
            <a:r>
              <a:rPr lang="de-DE" sz="1400" noProof="0" dirty="0" err="1"/>
              <a:t>adipiscing</a:t>
            </a:r>
            <a:r>
              <a:rPr lang="de-DE" sz="1400" noProof="0" dirty="0"/>
              <a:t> </a:t>
            </a:r>
            <a:r>
              <a:rPr lang="de-DE" sz="1400" noProof="0" dirty="0" err="1"/>
              <a:t>elit</a:t>
            </a:r>
            <a:r>
              <a:rPr lang="de-DE" sz="1400" noProof="0" dirty="0"/>
              <a:t>. Maecenas </a:t>
            </a:r>
            <a:r>
              <a:rPr lang="de-DE" sz="1400" noProof="0" dirty="0" err="1"/>
              <a:t>porttitor</a:t>
            </a:r>
            <a:r>
              <a:rPr lang="de-DE" sz="1400" noProof="0" dirty="0"/>
              <a:t> </a:t>
            </a:r>
            <a:r>
              <a:rPr lang="de-DE" sz="1400" noProof="0" dirty="0" err="1"/>
              <a:t>congue</a:t>
            </a:r>
            <a:r>
              <a:rPr lang="de-DE" sz="1400" noProof="0" dirty="0"/>
              <a:t> </a:t>
            </a:r>
            <a:r>
              <a:rPr lang="de-DE" sz="1400" noProof="0" dirty="0" err="1"/>
              <a:t>massa</a:t>
            </a:r>
            <a:r>
              <a:rPr lang="de-DE" sz="1400" noProof="0" dirty="0"/>
              <a:t>. </a:t>
            </a:r>
            <a:r>
              <a:rPr lang="de-DE" sz="1400" noProof="0" dirty="0" err="1"/>
              <a:t>Fusce</a:t>
            </a:r>
            <a:r>
              <a:rPr lang="de-DE" sz="1400" noProof="0" dirty="0"/>
              <a:t> </a:t>
            </a:r>
            <a:r>
              <a:rPr lang="de-DE" sz="1400" noProof="0" dirty="0" err="1"/>
              <a:t>posuere</a:t>
            </a:r>
            <a:r>
              <a:rPr lang="de-DE" sz="1400" noProof="0" dirty="0"/>
              <a:t>, magna </a:t>
            </a:r>
            <a:br>
              <a:rPr lang="de-DE" sz="1400" noProof="0" dirty="0"/>
            </a:br>
            <a:r>
              <a:rPr lang="de-DE" sz="1400" noProof="0" dirty="0"/>
              <a:t>sed </a:t>
            </a:r>
            <a:r>
              <a:rPr lang="de-DE" sz="1400" noProof="0" dirty="0" err="1"/>
              <a:t>pulvinar</a:t>
            </a:r>
            <a:r>
              <a:rPr lang="de-DE" sz="1400" noProof="0" dirty="0"/>
              <a:t> </a:t>
            </a:r>
            <a:r>
              <a:rPr lang="de-DE" sz="1400" noProof="0" dirty="0" err="1"/>
              <a:t>ultricies</a:t>
            </a:r>
            <a:r>
              <a:rPr lang="de-DE" sz="1400" noProof="0" dirty="0"/>
              <a:t>, </a:t>
            </a:r>
            <a:r>
              <a:rPr lang="de-DE" sz="1400" noProof="0" dirty="0" err="1"/>
              <a:t>purus</a:t>
            </a:r>
            <a:r>
              <a:rPr lang="de-DE" sz="1400" noProof="0" dirty="0"/>
              <a:t> </a:t>
            </a:r>
            <a:r>
              <a:rPr lang="de-DE" sz="1400" noProof="0" dirty="0" err="1"/>
              <a:t>lectus</a:t>
            </a:r>
            <a:r>
              <a:rPr lang="de-DE" sz="1400" noProof="0" dirty="0"/>
              <a:t> </a:t>
            </a:r>
            <a:r>
              <a:rPr lang="de-DE" sz="1400" noProof="0" dirty="0" err="1"/>
              <a:t>malesuada</a:t>
            </a:r>
            <a:r>
              <a:rPr lang="de-DE" sz="1400" noProof="0" dirty="0"/>
              <a:t> </a:t>
            </a:r>
            <a:r>
              <a:rPr lang="de-DE" sz="1400" noProof="0" dirty="0" err="1"/>
              <a:t>libero</a:t>
            </a:r>
            <a:r>
              <a:rPr lang="de-DE" sz="1400" noProof="0" dirty="0"/>
              <a:t>, </a:t>
            </a:r>
            <a:r>
              <a:rPr lang="de-DE" sz="1400" b="1" noProof="0" dirty="0" err="1"/>
              <a:t>sit</a:t>
            </a:r>
            <a:r>
              <a:rPr lang="de-DE" sz="1400" b="1" noProof="0" dirty="0"/>
              <a:t> </a:t>
            </a:r>
            <a:r>
              <a:rPr lang="de-DE" sz="1400" b="1" noProof="0" dirty="0" err="1"/>
              <a:t>amet</a:t>
            </a:r>
            <a:r>
              <a:rPr lang="de-DE" sz="1400" b="1" noProof="0" dirty="0"/>
              <a:t> commodo </a:t>
            </a:r>
            <a:r>
              <a:rPr lang="de-DE" sz="1400" noProof="0" dirty="0"/>
              <a:t>magna </a:t>
            </a:r>
            <a:r>
              <a:rPr lang="de-DE" sz="1400" noProof="0" dirty="0" err="1"/>
              <a:t>eros</a:t>
            </a:r>
            <a:r>
              <a:rPr lang="de-DE" sz="1400" noProof="0" dirty="0"/>
              <a:t> </a:t>
            </a:r>
            <a:r>
              <a:rPr lang="de-DE" sz="1400" noProof="0" dirty="0" err="1"/>
              <a:t>quis</a:t>
            </a:r>
            <a:r>
              <a:rPr lang="de-DE" sz="1400" noProof="0" dirty="0"/>
              <a:t>. </a:t>
            </a:r>
            <a:r>
              <a:rPr lang="de-DE" sz="1400" noProof="0" dirty="0" err="1"/>
              <a:t>Consectetuer</a:t>
            </a:r>
            <a:r>
              <a:rPr lang="de-DE" sz="1400" noProof="0" dirty="0"/>
              <a:t> </a:t>
            </a:r>
            <a:r>
              <a:rPr lang="de-DE" sz="1400" noProof="0" dirty="0" err="1"/>
              <a:t>adipiscing</a:t>
            </a:r>
            <a:r>
              <a:rPr lang="de-DE" sz="1400" noProof="0" dirty="0"/>
              <a:t> </a:t>
            </a:r>
            <a:r>
              <a:rPr lang="de-DE" sz="1400" noProof="0" dirty="0" err="1"/>
              <a:t>elit</a:t>
            </a:r>
            <a:r>
              <a:rPr lang="de-DE" sz="1400" noProof="0" dirty="0"/>
              <a:t>. </a:t>
            </a:r>
            <a:r>
              <a:rPr lang="de-DE" sz="1400" b="1" noProof="0" dirty="0"/>
              <a:t>Maecenas </a:t>
            </a:r>
            <a:r>
              <a:rPr lang="de-DE" sz="1400" b="1" noProof="0" dirty="0" err="1"/>
              <a:t>porttitor</a:t>
            </a:r>
            <a:r>
              <a:rPr lang="de-DE" sz="1400" b="1" noProof="0" dirty="0"/>
              <a:t> </a:t>
            </a:r>
            <a:r>
              <a:rPr lang="de-DE" sz="1400" b="1" noProof="0" dirty="0" err="1"/>
              <a:t>congue</a:t>
            </a:r>
            <a:r>
              <a:rPr lang="de-DE" sz="1400" b="1" noProof="0" dirty="0"/>
              <a:t> </a:t>
            </a:r>
            <a:r>
              <a:rPr lang="de-DE" sz="1400" noProof="0" dirty="0" err="1"/>
              <a:t>massa</a:t>
            </a:r>
            <a:r>
              <a:rPr lang="de-DE" sz="1400" noProof="0" dirty="0"/>
              <a:t>. </a:t>
            </a:r>
            <a:br>
              <a:rPr lang="de-DE" sz="1400" noProof="0" dirty="0"/>
            </a:br>
            <a:endParaRPr lang="de-DE" sz="1400" noProof="0" dirty="0"/>
          </a:p>
          <a:p>
            <a:pPr marL="180993" indent="-180993" defTabSz="914491">
              <a:buFont typeface="Wingdings" panose="05000000000000000000" pitchFamily="2" charset="2"/>
              <a:buChar char="§"/>
            </a:pPr>
            <a:r>
              <a:rPr lang="de-DE" sz="1400" noProof="0" dirty="0" err="1"/>
              <a:t>Lorem</a:t>
            </a:r>
            <a:r>
              <a:rPr lang="de-DE" sz="1400" noProof="0" dirty="0"/>
              <a:t> </a:t>
            </a:r>
            <a:r>
              <a:rPr lang="de-DE" sz="1400" noProof="0" dirty="0" err="1"/>
              <a:t>ipsum</a:t>
            </a:r>
            <a:r>
              <a:rPr lang="de-DE" sz="1400" noProof="0" dirty="0"/>
              <a:t> </a:t>
            </a:r>
            <a:r>
              <a:rPr lang="de-DE" sz="1400" noProof="0" dirty="0" err="1"/>
              <a:t>dolor</a:t>
            </a:r>
            <a:r>
              <a:rPr lang="de-DE" sz="1400" noProof="0" dirty="0"/>
              <a:t> </a:t>
            </a:r>
            <a:r>
              <a:rPr lang="de-DE" sz="1400" noProof="0" dirty="0" err="1"/>
              <a:t>sit</a:t>
            </a:r>
            <a:r>
              <a:rPr lang="de-DE" sz="1400" noProof="0" dirty="0"/>
              <a:t> </a:t>
            </a:r>
            <a:r>
              <a:rPr lang="de-DE" sz="1400" noProof="0" dirty="0" err="1"/>
              <a:t>amet</a:t>
            </a:r>
            <a:r>
              <a:rPr lang="de-DE" sz="1400" noProof="0" dirty="0"/>
              <a:t>, </a:t>
            </a:r>
            <a:r>
              <a:rPr lang="de-DE" sz="1400" noProof="0" dirty="0" err="1"/>
              <a:t>consectetuer</a:t>
            </a:r>
            <a:r>
              <a:rPr lang="de-DE" sz="1400" noProof="0" dirty="0"/>
              <a:t> </a:t>
            </a:r>
            <a:r>
              <a:rPr lang="de-DE" sz="1400" noProof="0" dirty="0" err="1"/>
              <a:t>adipiscing</a:t>
            </a:r>
            <a:r>
              <a:rPr lang="de-DE" sz="1400" noProof="0" dirty="0"/>
              <a:t> </a:t>
            </a:r>
            <a:r>
              <a:rPr lang="de-DE" sz="1400" noProof="0" dirty="0" err="1"/>
              <a:t>elit</a:t>
            </a:r>
            <a:r>
              <a:rPr lang="de-DE" sz="1400" noProof="0" dirty="0"/>
              <a:t>.</a:t>
            </a:r>
          </a:p>
          <a:p>
            <a:pPr marL="180993" indent="-180993" defTabSz="914491">
              <a:buFont typeface="Wingdings" panose="05000000000000000000" pitchFamily="2" charset="2"/>
              <a:buChar char="§"/>
            </a:pPr>
            <a:r>
              <a:rPr lang="de-DE" sz="1400" noProof="0" dirty="0"/>
              <a:t>Maecenas </a:t>
            </a:r>
            <a:r>
              <a:rPr lang="de-DE" sz="1400" noProof="0" dirty="0" err="1"/>
              <a:t>porttitor</a:t>
            </a:r>
            <a:r>
              <a:rPr lang="de-DE" sz="1400" noProof="0" dirty="0"/>
              <a:t> </a:t>
            </a:r>
            <a:r>
              <a:rPr lang="de-DE" sz="1400" noProof="0" dirty="0" err="1"/>
              <a:t>congue</a:t>
            </a:r>
            <a:r>
              <a:rPr lang="de-DE" sz="1400" noProof="0" dirty="0"/>
              <a:t> </a:t>
            </a:r>
            <a:r>
              <a:rPr lang="de-DE" sz="1400" noProof="0" dirty="0" err="1"/>
              <a:t>massa</a:t>
            </a:r>
            <a:r>
              <a:rPr lang="de-DE" sz="1400" noProof="0" dirty="0"/>
              <a:t>. </a:t>
            </a:r>
            <a:r>
              <a:rPr lang="de-DE" sz="1400" noProof="0" dirty="0" err="1"/>
              <a:t>Fusce</a:t>
            </a:r>
            <a:r>
              <a:rPr lang="de-DE" sz="1400" noProof="0" dirty="0"/>
              <a:t> </a:t>
            </a:r>
            <a:r>
              <a:rPr lang="de-DE" sz="1400" noProof="0" dirty="0" err="1"/>
              <a:t>posuere</a:t>
            </a:r>
            <a:r>
              <a:rPr lang="de-DE" sz="1400" noProof="0" dirty="0"/>
              <a:t>, magna sed </a:t>
            </a:r>
            <a:r>
              <a:rPr lang="de-DE" sz="1400" noProof="0" dirty="0" err="1"/>
              <a:t>pulvinar</a:t>
            </a:r>
            <a:r>
              <a:rPr lang="de-DE" sz="1400" noProof="0" dirty="0"/>
              <a:t> </a:t>
            </a:r>
            <a:r>
              <a:rPr lang="de-DE" sz="1400" noProof="0" dirty="0" err="1"/>
              <a:t>ultricies</a:t>
            </a:r>
            <a:r>
              <a:rPr lang="de-DE" sz="1400" noProof="0" dirty="0"/>
              <a:t>. </a:t>
            </a:r>
            <a:br>
              <a:rPr lang="de-DE" sz="1400" noProof="0" dirty="0"/>
            </a:br>
            <a:r>
              <a:rPr lang="de-DE" sz="1400" noProof="0" dirty="0" err="1"/>
              <a:t>Lorem</a:t>
            </a:r>
            <a:r>
              <a:rPr lang="de-DE" sz="1400" noProof="0" dirty="0"/>
              <a:t> </a:t>
            </a:r>
            <a:r>
              <a:rPr lang="de-DE" sz="1400" noProof="0" dirty="0" err="1"/>
              <a:t>ipsum</a:t>
            </a:r>
            <a:r>
              <a:rPr lang="de-DE" sz="1400" noProof="0" dirty="0"/>
              <a:t> </a:t>
            </a:r>
            <a:r>
              <a:rPr lang="de-DE" sz="1400" noProof="0" dirty="0" err="1"/>
              <a:t>dolor</a:t>
            </a:r>
            <a:r>
              <a:rPr lang="de-DE" sz="1400" noProof="0" dirty="0"/>
              <a:t> </a:t>
            </a:r>
            <a:r>
              <a:rPr lang="de-DE" sz="1400" noProof="0" dirty="0" err="1"/>
              <a:t>sit</a:t>
            </a:r>
            <a:r>
              <a:rPr lang="de-DE" sz="1400" noProof="0" dirty="0"/>
              <a:t> </a:t>
            </a:r>
            <a:r>
              <a:rPr lang="de-DE" sz="1400" noProof="0" dirty="0" err="1"/>
              <a:t>amet</a:t>
            </a:r>
            <a:r>
              <a:rPr lang="de-DE" sz="1400" noProof="0" dirty="0"/>
              <a:t>, </a:t>
            </a:r>
            <a:r>
              <a:rPr lang="de-DE" sz="1400" noProof="0" dirty="0" err="1"/>
              <a:t>consectetuer</a:t>
            </a:r>
            <a:r>
              <a:rPr lang="de-DE" sz="1400" noProof="0" dirty="0"/>
              <a:t> </a:t>
            </a:r>
            <a:r>
              <a:rPr lang="de-DE" sz="1400" noProof="0" dirty="0" err="1"/>
              <a:t>adipiscing</a:t>
            </a:r>
            <a:r>
              <a:rPr lang="de-DE" sz="1400" noProof="0" dirty="0"/>
              <a:t> </a:t>
            </a:r>
            <a:r>
              <a:rPr lang="de-DE" sz="1400" noProof="0" dirty="0" err="1"/>
              <a:t>elit</a:t>
            </a:r>
            <a:r>
              <a:rPr lang="de-DE" sz="1400" noProof="0" dirty="0"/>
              <a:t>.</a:t>
            </a:r>
          </a:p>
          <a:p>
            <a:pPr marL="180993" indent="-180993" defTabSz="914491">
              <a:buFont typeface="Wingdings" panose="05000000000000000000" pitchFamily="2" charset="2"/>
              <a:buChar char="§"/>
            </a:pPr>
            <a:r>
              <a:rPr lang="de-DE" sz="1400" noProof="0" dirty="0" err="1"/>
              <a:t>Purus</a:t>
            </a:r>
            <a:r>
              <a:rPr lang="de-DE" sz="1400" noProof="0" dirty="0"/>
              <a:t> </a:t>
            </a:r>
            <a:r>
              <a:rPr lang="de-DE" sz="1400" noProof="0" dirty="0" err="1"/>
              <a:t>lectus</a:t>
            </a:r>
            <a:r>
              <a:rPr lang="de-DE" sz="1400" noProof="0" dirty="0"/>
              <a:t> </a:t>
            </a:r>
            <a:r>
              <a:rPr lang="de-DE" sz="1400" noProof="0" dirty="0" err="1"/>
              <a:t>malesuada</a:t>
            </a:r>
            <a:r>
              <a:rPr lang="de-DE" sz="1400" noProof="0" dirty="0"/>
              <a:t> </a:t>
            </a:r>
            <a:r>
              <a:rPr lang="de-DE" sz="1400" noProof="0" dirty="0" err="1"/>
              <a:t>libero</a:t>
            </a:r>
            <a:r>
              <a:rPr lang="de-DE" sz="1400" noProof="0" dirty="0"/>
              <a:t>, </a:t>
            </a:r>
            <a:r>
              <a:rPr lang="de-DE" sz="1400" noProof="0" dirty="0" err="1"/>
              <a:t>sit</a:t>
            </a:r>
            <a:r>
              <a:rPr lang="de-DE" sz="1400" noProof="0" dirty="0"/>
              <a:t> </a:t>
            </a:r>
            <a:r>
              <a:rPr lang="de-DE" sz="1400" noProof="0" dirty="0" err="1"/>
              <a:t>amet</a:t>
            </a:r>
            <a:r>
              <a:rPr lang="de-DE" sz="1400" noProof="0" dirty="0"/>
              <a:t> commodo magna </a:t>
            </a:r>
            <a:br>
              <a:rPr lang="de-DE" sz="1400" noProof="0" dirty="0"/>
            </a:br>
            <a:r>
              <a:rPr lang="de-DE" sz="1400" noProof="0" dirty="0" err="1"/>
              <a:t>eros</a:t>
            </a:r>
            <a:r>
              <a:rPr lang="de-DE" sz="1400" noProof="0" dirty="0"/>
              <a:t> </a:t>
            </a:r>
            <a:r>
              <a:rPr lang="de-DE" sz="1400" noProof="0" dirty="0" err="1"/>
              <a:t>quis</a:t>
            </a:r>
            <a:r>
              <a:rPr lang="de-DE" sz="1400" noProof="0" dirty="0"/>
              <a:t> </a:t>
            </a:r>
            <a:r>
              <a:rPr lang="de-DE" sz="1400" noProof="0" dirty="0" err="1"/>
              <a:t>urna</a:t>
            </a:r>
            <a:r>
              <a:rPr lang="de-DE" sz="1400" noProof="0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71A310-0E24-4146-973B-1160D473B8C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9469" y="1485900"/>
            <a:ext cx="7199313" cy="336550"/>
          </a:xfrm>
        </p:spPr>
        <p:txBody>
          <a:bodyPr/>
          <a:lstStyle/>
          <a:p>
            <a:pPr lvl="0"/>
            <a:r>
              <a:rPr lang="en-US" dirty="0" err="1">
                <a:latin typeface="+mj-lt"/>
              </a:rPr>
              <a:t>Subheadline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TheSans</a:t>
            </a:r>
            <a:r>
              <a:rPr lang="en-US" dirty="0">
                <a:latin typeface="+mj-lt"/>
              </a:rPr>
              <a:t> </a:t>
            </a:r>
            <a:r>
              <a:rPr lang="de-DE" dirty="0">
                <a:latin typeface="+mj-lt"/>
              </a:rPr>
              <a:t>(Headline)</a:t>
            </a:r>
            <a:r>
              <a:rPr lang="en-US" dirty="0">
                <a:latin typeface="+mj-lt"/>
              </a:rPr>
              <a:t>, 20pt, standard </a:t>
            </a:r>
            <a:r>
              <a:rPr lang="en-US" dirty="0" err="1">
                <a:latin typeface="+mj-lt"/>
              </a:rPr>
              <a:t>colour</a:t>
            </a:r>
            <a:endParaRPr lang="de-DE" dirty="0">
              <a:latin typeface="+mj-lt"/>
            </a:endParaRPr>
          </a:p>
        </p:txBody>
      </p:sp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C3ED94D5-CB2A-7D39-0416-AD3338FD9C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3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566435"/>
              </p:ext>
            </p:extLst>
          </p:nvPr>
        </p:nvGraphicFramePr>
        <p:xfrm>
          <a:off x="1589" y="272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9" imgH="350" progId="TCLayout.ActiveDocument.1">
                  <p:embed/>
                </p:oleObj>
              </mc:Choice>
              <mc:Fallback>
                <p:oleObj name="think-cell Foli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272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de-DE" noProof="0"/>
          </a:p>
        </p:txBody>
      </p:sp>
      <p:cxnSp>
        <p:nvCxnSpPr>
          <p:cNvPr id="6" name="Gerader Verbinder 8">
            <a:extLst>
              <a:ext uri="{FF2B5EF4-FFF2-40B4-BE49-F238E27FC236}">
                <a16:creationId xmlns:a16="http://schemas.microsoft.com/office/drawing/2014/main" id="{D6021A95-DE8B-450E-4404-34B449669F86}"/>
              </a:ext>
            </a:extLst>
          </p:cNvPr>
          <p:cNvCxnSpPr>
            <a:cxnSpLocks/>
          </p:cNvCxnSpPr>
          <p:nvPr/>
        </p:nvCxnSpPr>
        <p:spPr bwMode="gray">
          <a:xfrm>
            <a:off x="0" y="5126550"/>
            <a:ext cx="12193588" cy="0"/>
          </a:xfrm>
          <a:prstGeom prst="line">
            <a:avLst/>
          </a:prstGeom>
          <a:noFill/>
          <a:ln w="6350" cap="rnd" cmpd="sng" algn="ctr">
            <a:solidFill>
              <a:schemeClr val="accent5"/>
            </a:solidFill>
            <a:prstDash val="solid"/>
          </a:ln>
          <a:effectLst/>
        </p:spPr>
      </p:cxnSp>
      <p:sp>
        <p:nvSpPr>
          <p:cNvPr id="7" name="Rechteck 10">
            <a:extLst>
              <a:ext uri="{FF2B5EF4-FFF2-40B4-BE49-F238E27FC236}">
                <a16:creationId xmlns:a16="http://schemas.microsoft.com/office/drawing/2014/main" id="{000FEB2C-736C-6333-80B3-2F06AD5D4A84}"/>
              </a:ext>
            </a:extLst>
          </p:cNvPr>
          <p:cNvSpPr>
            <a:spLocks/>
          </p:cNvSpPr>
          <p:nvPr/>
        </p:nvSpPr>
        <p:spPr>
          <a:xfrm>
            <a:off x="1147980" y="2035689"/>
            <a:ext cx="2204372" cy="22363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9" tIns="144019" rIns="144019" bIns="144019" rtlCol="0" anchor="t"/>
          <a:lstStyle/>
          <a:p>
            <a:pPr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2400" noProof="0">
                <a:solidFill>
                  <a:srgbClr val="004666"/>
                </a:solidFill>
                <a:sym typeface="Futura"/>
              </a:rPr>
              <a:t>Sample text</a:t>
            </a:r>
          </a:p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text</a:t>
            </a:r>
          </a:p>
          <a:p>
            <a:pPr marL="0" lvl="1"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1400" noProof="0">
                <a:solidFill>
                  <a:srgbClr val="004666"/>
                </a:solidFill>
                <a:sym typeface="Futura"/>
              </a:rPr>
              <a:t>Lorem ipsum dolor sit amet,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consectetur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adipiscing elit </a:t>
            </a:r>
            <a:br>
              <a:rPr lang="de-DE" sz="1400" noProof="0">
                <a:solidFill>
                  <a:srgbClr val="004666"/>
                </a:solidFill>
                <a:sym typeface="Futura"/>
              </a:rPr>
            </a:br>
            <a:r>
              <a:rPr lang="de-DE" sz="1400" noProof="0" err="1">
                <a:solidFill>
                  <a:srgbClr val="004666"/>
                </a:solidFill>
                <a:sym typeface="Futura"/>
              </a:rPr>
              <a:t>Ut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enim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ad minim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veniam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9" name="Rechteck 11">
            <a:extLst>
              <a:ext uri="{FF2B5EF4-FFF2-40B4-BE49-F238E27FC236}">
                <a16:creationId xmlns:a16="http://schemas.microsoft.com/office/drawing/2014/main" id="{8BC4A3D0-5AB5-83D5-DD33-CA2BD1C5C3DC}"/>
              </a:ext>
            </a:extLst>
          </p:cNvPr>
          <p:cNvSpPr>
            <a:spLocks/>
          </p:cNvSpPr>
          <p:nvPr/>
        </p:nvSpPr>
        <p:spPr>
          <a:xfrm>
            <a:off x="3712399" y="2035689"/>
            <a:ext cx="2204372" cy="2236344"/>
          </a:xfrm>
          <a:prstGeom prst="rect">
            <a:avLst/>
          </a:prstGeom>
          <a:solidFill>
            <a:srgbClr val="80B0C8"/>
          </a:solidFill>
          <a:ln>
            <a:solidFill>
              <a:srgbClr val="80B0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9" tIns="144019" rIns="144019" bIns="144019" rtlCol="0" anchor="t"/>
          <a:lstStyle/>
          <a:p>
            <a:pPr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2400" noProof="0">
                <a:solidFill>
                  <a:schemeClr val="bg1"/>
                </a:solidFill>
                <a:sym typeface="Futura"/>
              </a:rPr>
              <a:t>Sample </a:t>
            </a:r>
            <a:r>
              <a:rPr lang="de-DE" sz="2400" noProof="0" err="1">
                <a:solidFill>
                  <a:schemeClr val="bg1"/>
                </a:solidFill>
                <a:sym typeface="Futura"/>
              </a:rPr>
              <a:t>text</a:t>
            </a:r>
            <a:endParaRPr lang="de-DE" sz="2400" noProof="0">
              <a:solidFill>
                <a:schemeClr val="bg1"/>
              </a:solidFill>
              <a:sym typeface="Futura"/>
            </a:endParaRPr>
          </a:p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chemeClr val="bg1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chemeClr val="bg1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chemeClr val="bg1"/>
                </a:solidFill>
                <a:sym typeface="Futura"/>
              </a:rPr>
              <a:t>text</a:t>
            </a:r>
            <a:endParaRPr lang="de-DE" sz="1400" b="1" noProof="0">
              <a:solidFill>
                <a:schemeClr val="bg1"/>
              </a:solidFill>
              <a:sym typeface="Futura"/>
            </a:endParaRPr>
          </a:p>
          <a:p>
            <a:pPr marL="0" lvl="1" algn="ctr" defTabSz="914491">
              <a:spcAft>
                <a:spcPts val="600"/>
              </a:spcAft>
              <a:buClr>
                <a:schemeClr val="bg1"/>
              </a:buClr>
              <a:defRPr/>
            </a:pPr>
            <a:r>
              <a:rPr lang="de-DE" sz="1400" noProof="0" err="1">
                <a:solidFill>
                  <a:schemeClr val="bg1"/>
                </a:solidFill>
                <a:sym typeface="Futura"/>
              </a:rPr>
              <a:t>Lorem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ipsum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dolor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sit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amet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,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consectetur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adipiscing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elit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br>
              <a:rPr lang="de-DE" sz="1400" noProof="0">
                <a:solidFill>
                  <a:schemeClr val="bg1"/>
                </a:solidFill>
                <a:sym typeface="Futura"/>
              </a:rPr>
            </a:br>
            <a:r>
              <a:rPr lang="de-DE" sz="1400" noProof="0" err="1">
                <a:solidFill>
                  <a:schemeClr val="bg1"/>
                </a:solidFill>
                <a:sym typeface="Futura"/>
              </a:rPr>
              <a:t>Ut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enim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ad minim </a:t>
            </a:r>
            <a:r>
              <a:rPr lang="de-DE" sz="1400" noProof="0" err="1">
                <a:solidFill>
                  <a:schemeClr val="bg1"/>
                </a:solidFill>
                <a:sym typeface="Futura"/>
              </a:rPr>
              <a:t>veniam</a:t>
            </a:r>
            <a:r>
              <a:rPr lang="de-DE" sz="1400" noProof="0">
                <a:solidFill>
                  <a:schemeClr val="bg1"/>
                </a:solidFill>
                <a:sym typeface="Futura"/>
              </a:rPr>
              <a:t> </a:t>
            </a:r>
            <a:endParaRPr lang="de-DE" sz="1400" b="1" noProof="0">
              <a:solidFill>
                <a:schemeClr val="bg1"/>
              </a:solidFill>
              <a:sym typeface="Futura"/>
            </a:endParaRPr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7A2444BF-F16A-8244-F5CE-3CD253CABD6E}"/>
              </a:ext>
            </a:extLst>
          </p:cNvPr>
          <p:cNvSpPr>
            <a:spLocks/>
          </p:cNvSpPr>
          <p:nvPr/>
        </p:nvSpPr>
        <p:spPr>
          <a:xfrm>
            <a:off x="6276818" y="2035689"/>
            <a:ext cx="2204372" cy="22363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9" tIns="144019" rIns="144019" bIns="144019" rtlCol="0" anchor="t"/>
          <a:lstStyle/>
          <a:p>
            <a:pPr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2400" noProof="0">
                <a:solidFill>
                  <a:srgbClr val="004666"/>
                </a:solidFill>
                <a:sym typeface="Futura"/>
              </a:rPr>
              <a:t>Sample </a:t>
            </a:r>
            <a:r>
              <a:rPr lang="de-DE" sz="2400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2400" noProof="0">
              <a:solidFill>
                <a:srgbClr val="004666"/>
              </a:solidFill>
              <a:sym typeface="Futura"/>
            </a:endParaRPr>
          </a:p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  <a:p>
            <a:pPr marL="0" lvl="1"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1400" noProof="0" err="1">
                <a:solidFill>
                  <a:srgbClr val="004666"/>
                </a:solidFill>
                <a:sym typeface="Futura"/>
              </a:rPr>
              <a:t>Lorem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ipsum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dolor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sit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amet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,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consectetur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adipiscing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elit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br>
              <a:rPr lang="de-DE" sz="1400" noProof="0">
                <a:solidFill>
                  <a:srgbClr val="004666"/>
                </a:solidFill>
                <a:sym typeface="Futura"/>
              </a:rPr>
            </a:br>
            <a:r>
              <a:rPr lang="de-DE" sz="1400" noProof="0" err="1">
                <a:solidFill>
                  <a:srgbClr val="004666"/>
                </a:solidFill>
                <a:sym typeface="Futura"/>
              </a:rPr>
              <a:t>Ut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enim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ad minim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veniam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12" name="Rechteck 13">
            <a:extLst>
              <a:ext uri="{FF2B5EF4-FFF2-40B4-BE49-F238E27FC236}">
                <a16:creationId xmlns:a16="http://schemas.microsoft.com/office/drawing/2014/main" id="{3429B6EF-FA33-0D70-15B5-335C7F591F60}"/>
              </a:ext>
            </a:extLst>
          </p:cNvPr>
          <p:cNvSpPr>
            <a:spLocks/>
          </p:cNvSpPr>
          <p:nvPr/>
        </p:nvSpPr>
        <p:spPr>
          <a:xfrm>
            <a:off x="8841237" y="2035689"/>
            <a:ext cx="2204372" cy="22363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9" tIns="144019" rIns="144019" bIns="144019" rtlCol="0" anchor="t"/>
          <a:lstStyle/>
          <a:p>
            <a:pPr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2400" noProof="0">
                <a:solidFill>
                  <a:srgbClr val="004666"/>
                </a:solidFill>
                <a:sym typeface="Futura"/>
              </a:rPr>
              <a:t>Sample </a:t>
            </a:r>
            <a:r>
              <a:rPr lang="de-DE" sz="2400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2400" noProof="0">
              <a:solidFill>
                <a:srgbClr val="004666"/>
              </a:solidFill>
              <a:sym typeface="Futura"/>
            </a:endParaRPr>
          </a:p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  <a:p>
            <a:pPr marL="0" lvl="1" algn="ctr" defTabSz="914491">
              <a:spcAft>
                <a:spcPts val="600"/>
              </a:spcAft>
              <a:buClr>
                <a:srgbClr val="000000"/>
              </a:buClr>
              <a:defRPr/>
            </a:pPr>
            <a:r>
              <a:rPr lang="de-DE" sz="1400" noProof="0" err="1">
                <a:solidFill>
                  <a:srgbClr val="004666"/>
                </a:solidFill>
                <a:sym typeface="Futura"/>
              </a:rPr>
              <a:t>Lorem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ipsum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dolor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sit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amet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,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consectetur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adipiscing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elit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br>
              <a:rPr lang="de-DE" sz="1400" noProof="0">
                <a:solidFill>
                  <a:srgbClr val="004666"/>
                </a:solidFill>
                <a:sym typeface="Futura"/>
              </a:rPr>
            </a:br>
            <a:r>
              <a:rPr lang="de-DE" sz="1400" noProof="0" err="1">
                <a:solidFill>
                  <a:srgbClr val="004666"/>
                </a:solidFill>
                <a:sym typeface="Futura"/>
              </a:rPr>
              <a:t>Ut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enim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ad minim </a:t>
            </a:r>
            <a:r>
              <a:rPr lang="de-DE" sz="1400" noProof="0" err="1">
                <a:solidFill>
                  <a:srgbClr val="004666"/>
                </a:solidFill>
                <a:sym typeface="Futura"/>
              </a:rPr>
              <a:t>veniam</a:t>
            </a:r>
            <a:r>
              <a:rPr lang="de-DE" sz="1400" noProof="0">
                <a:solidFill>
                  <a:srgbClr val="004666"/>
                </a:solidFill>
                <a:sym typeface="Futura"/>
              </a:rPr>
              <a:t> 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13" name="Gleichschenkliges Dreieck 15">
            <a:extLst>
              <a:ext uri="{FF2B5EF4-FFF2-40B4-BE49-F238E27FC236}">
                <a16:creationId xmlns:a16="http://schemas.microsoft.com/office/drawing/2014/main" id="{52326103-2ACC-6025-D468-7AFC7D01BDB6}"/>
              </a:ext>
            </a:extLst>
          </p:cNvPr>
          <p:cNvSpPr>
            <a:spLocks/>
          </p:cNvSpPr>
          <p:nvPr/>
        </p:nvSpPr>
        <p:spPr>
          <a:xfrm flipV="1">
            <a:off x="1943139" y="4272034"/>
            <a:ext cx="614052" cy="529355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4" name="Gleichschenkliges Dreieck 16">
            <a:extLst>
              <a:ext uri="{FF2B5EF4-FFF2-40B4-BE49-F238E27FC236}">
                <a16:creationId xmlns:a16="http://schemas.microsoft.com/office/drawing/2014/main" id="{D9A781BD-462D-9562-9EE4-54B7E65382C1}"/>
              </a:ext>
            </a:extLst>
          </p:cNvPr>
          <p:cNvSpPr>
            <a:spLocks/>
          </p:cNvSpPr>
          <p:nvPr/>
        </p:nvSpPr>
        <p:spPr>
          <a:xfrm flipV="1">
            <a:off x="4507558" y="4272034"/>
            <a:ext cx="614052" cy="529355"/>
          </a:xfrm>
          <a:prstGeom prst="triangle">
            <a:avLst/>
          </a:prstGeom>
          <a:solidFill>
            <a:srgbClr val="80B0C8"/>
          </a:solidFill>
          <a:ln>
            <a:solidFill>
              <a:srgbClr val="80B0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solidFill>
                <a:schemeClr val="bg1"/>
              </a:solidFill>
            </a:endParaRPr>
          </a:p>
        </p:txBody>
      </p:sp>
      <p:sp>
        <p:nvSpPr>
          <p:cNvPr id="15" name="Gleichschenkliges Dreieck 17">
            <a:extLst>
              <a:ext uri="{FF2B5EF4-FFF2-40B4-BE49-F238E27FC236}">
                <a16:creationId xmlns:a16="http://schemas.microsoft.com/office/drawing/2014/main" id="{48FA3444-36AA-95E1-3528-198458B2453E}"/>
              </a:ext>
            </a:extLst>
          </p:cNvPr>
          <p:cNvSpPr>
            <a:spLocks/>
          </p:cNvSpPr>
          <p:nvPr/>
        </p:nvSpPr>
        <p:spPr>
          <a:xfrm flipV="1">
            <a:off x="7071977" y="4272034"/>
            <a:ext cx="614052" cy="529355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6" name="Gleichschenkliges Dreieck 18">
            <a:extLst>
              <a:ext uri="{FF2B5EF4-FFF2-40B4-BE49-F238E27FC236}">
                <a16:creationId xmlns:a16="http://schemas.microsoft.com/office/drawing/2014/main" id="{669E7860-00B9-E219-0975-A58E052E7FD9}"/>
              </a:ext>
            </a:extLst>
          </p:cNvPr>
          <p:cNvSpPr>
            <a:spLocks/>
          </p:cNvSpPr>
          <p:nvPr/>
        </p:nvSpPr>
        <p:spPr>
          <a:xfrm flipV="1">
            <a:off x="9636396" y="4272034"/>
            <a:ext cx="614052" cy="529355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7" name="Ellipse 19">
            <a:extLst>
              <a:ext uri="{FF2B5EF4-FFF2-40B4-BE49-F238E27FC236}">
                <a16:creationId xmlns:a16="http://schemas.microsoft.com/office/drawing/2014/main" id="{D23632E0-7E1B-131C-E9A2-166537F6C797}"/>
              </a:ext>
            </a:extLst>
          </p:cNvPr>
          <p:cNvSpPr>
            <a:spLocks/>
          </p:cNvSpPr>
          <p:nvPr/>
        </p:nvSpPr>
        <p:spPr>
          <a:xfrm flipV="1">
            <a:off x="2174612" y="5050797"/>
            <a:ext cx="151106" cy="151506"/>
          </a:xfrm>
          <a:prstGeom prst="ellipse">
            <a:avLst/>
          </a:prstGeom>
          <a:solidFill>
            <a:schemeClr val="accent5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e-DE" kern="0" noProof="0">
              <a:solidFill>
                <a:srgbClr val="000000"/>
              </a:solidFill>
            </a:endParaRPr>
          </a:p>
        </p:txBody>
      </p:sp>
      <p:sp>
        <p:nvSpPr>
          <p:cNvPr id="18" name="Ellipse 20">
            <a:extLst>
              <a:ext uri="{FF2B5EF4-FFF2-40B4-BE49-F238E27FC236}">
                <a16:creationId xmlns:a16="http://schemas.microsoft.com/office/drawing/2014/main" id="{B3E07142-8AC8-27CA-E1E5-0D7C7AADA6EC}"/>
              </a:ext>
            </a:extLst>
          </p:cNvPr>
          <p:cNvSpPr>
            <a:spLocks/>
          </p:cNvSpPr>
          <p:nvPr/>
        </p:nvSpPr>
        <p:spPr>
          <a:xfrm flipV="1">
            <a:off x="4739031" y="5050797"/>
            <a:ext cx="151106" cy="151506"/>
          </a:xfrm>
          <a:prstGeom prst="ellipse">
            <a:avLst/>
          </a:prstGeom>
          <a:solidFill>
            <a:schemeClr val="accent5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e-DE" kern="0" noProof="0">
              <a:solidFill>
                <a:srgbClr val="000000"/>
              </a:solidFill>
            </a:endParaRPr>
          </a:p>
        </p:txBody>
      </p:sp>
      <p:sp>
        <p:nvSpPr>
          <p:cNvPr id="19" name="Ellipse 21">
            <a:extLst>
              <a:ext uri="{FF2B5EF4-FFF2-40B4-BE49-F238E27FC236}">
                <a16:creationId xmlns:a16="http://schemas.microsoft.com/office/drawing/2014/main" id="{1F62A501-A3C3-1AEE-D4F9-0870B8559532}"/>
              </a:ext>
            </a:extLst>
          </p:cNvPr>
          <p:cNvSpPr>
            <a:spLocks/>
          </p:cNvSpPr>
          <p:nvPr/>
        </p:nvSpPr>
        <p:spPr>
          <a:xfrm flipV="1">
            <a:off x="7303450" y="5050797"/>
            <a:ext cx="151106" cy="151506"/>
          </a:xfrm>
          <a:prstGeom prst="ellipse">
            <a:avLst/>
          </a:prstGeom>
          <a:solidFill>
            <a:schemeClr val="accent5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e-DE" kern="0" noProof="0">
              <a:solidFill>
                <a:srgbClr val="000000"/>
              </a:solidFill>
            </a:endParaRPr>
          </a:p>
        </p:txBody>
      </p:sp>
      <p:sp>
        <p:nvSpPr>
          <p:cNvPr id="20" name="Ellipse 22">
            <a:extLst>
              <a:ext uri="{FF2B5EF4-FFF2-40B4-BE49-F238E27FC236}">
                <a16:creationId xmlns:a16="http://schemas.microsoft.com/office/drawing/2014/main" id="{85C6A953-7887-1E66-E187-B9D098825649}"/>
              </a:ext>
            </a:extLst>
          </p:cNvPr>
          <p:cNvSpPr>
            <a:spLocks/>
          </p:cNvSpPr>
          <p:nvPr/>
        </p:nvSpPr>
        <p:spPr>
          <a:xfrm flipV="1">
            <a:off x="9867869" y="5050797"/>
            <a:ext cx="151106" cy="151506"/>
          </a:xfrm>
          <a:prstGeom prst="ellipse">
            <a:avLst/>
          </a:prstGeom>
          <a:solidFill>
            <a:schemeClr val="accent5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e-DE" kern="0" noProof="0">
              <a:solidFill>
                <a:srgbClr val="000000"/>
              </a:solidFill>
            </a:endParaRPr>
          </a:p>
        </p:txBody>
      </p:sp>
      <p:sp>
        <p:nvSpPr>
          <p:cNvPr id="21" name="Rechteck: abgerundete Ecken 23">
            <a:extLst>
              <a:ext uri="{FF2B5EF4-FFF2-40B4-BE49-F238E27FC236}">
                <a16:creationId xmlns:a16="http://schemas.microsoft.com/office/drawing/2014/main" id="{0A148FAE-5272-7031-D8AF-C1C4EC6FE211}"/>
              </a:ext>
            </a:extLst>
          </p:cNvPr>
          <p:cNvSpPr>
            <a:spLocks/>
          </p:cNvSpPr>
          <p:nvPr/>
        </p:nvSpPr>
        <p:spPr>
          <a:xfrm>
            <a:off x="1147980" y="5360931"/>
            <a:ext cx="2204372" cy="221723"/>
          </a:xfrm>
          <a:prstGeom prst="roundRect">
            <a:avLst>
              <a:gd name="adj" fmla="val 5719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22" name="Rechteck: abgerundete Ecken 24">
            <a:extLst>
              <a:ext uri="{FF2B5EF4-FFF2-40B4-BE49-F238E27FC236}">
                <a16:creationId xmlns:a16="http://schemas.microsoft.com/office/drawing/2014/main" id="{5746F37C-6487-FBB1-3F41-4745B117156D}"/>
              </a:ext>
            </a:extLst>
          </p:cNvPr>
          <p:cNvSpPr>
            <a:spLocks/>
          </p:cNvSpPr>
          <p:nvPr/>
        </p:nvSpPr>
        <p:spPr>
          <a:xfrm>
            <a:off x="3712399" y="5360931"/>
            <a:ext cx="2204372" cy="221723"/>
          </a:xfrm>
          <a:prstGeom prst="roundRect">
            <a:avLst>
              <a:gd name="adj" fmla="val 5719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23" name="Rechteck: abgerundete Ecken 25">
            <a:extLst>
              <a:ext uri="{FF2B5EF4-FFF2-40B4-BE49-F238E27FC236}">
                <a16:creationId xmlns:a16="http://schemas.microsoft.com/office/drawing/2014/main" id="{705A953A-A11B-4E28-75A3-C0967B6D0A0E}"/>
              </a:ext>
            </a:extLst>
          </p:cNvPr>
          <p:cNvSpPr>
            <a:spLocks/>
          </p:cNvSpPr>
          <p:nvPr/>
        </p:nvSpPr>
        <p:spPr>
          <a:xfrm>
            <a:off x="6276818" y="5360931"/>
            <a:ext cx="2204372" cy="221723"/>
          </a:xfrm>
          <a:prstGeom prst="roundRect">
            <a:avLst>
              <a:gd name="adj" fmla="val 5719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24" name="Rechteck: abgerundete Ecken 26">
            <a:extLst>
              <a:ext uri="{FF2B5EF4-FFF2-40B4-BE49-F238E27FC236}">
                <a16:creationId xmlns:a16="http://schemas.microsoft.com/office/drawing/2014/main" id="{1EB74A8D-7CF4-304E-D530-418C5981A3C6}"/>
              </a:ext>
            </a:extLst>
          </p:cNvPr>
          <p:cNvSpPr>
            <a:spLocks/>
          </p:cNvSpPr>
          <p:nvPr/>
        </p:nvSpPr>
        <p:spPr>
          <a:xfrm>
            <a:off x="8841237" y="5360931"/>
            <a:ext cx="2204372" cy="221723"/>
          </a:xfrm>
          <a:prstGeom prst="roundRect">
            <a:avLst>
              <a:gd name="adj" fmla="val 5719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 defTabSz="914491">
              <a:spcAft>
                <a:spcPts val="1200"/>
              </a:spcAft>
              <a:buClr>
                <a:srgbClr val="000000"/>
              </a:buClr>
              <a:defRPr/>
            </a:pPr>
            <a:r>
              <a:rPr lang="de-DE" sz="1400" b="1" noProof="0">
                <a:solidFill>
                  <a:srgbClr val="004666"/>
                </a:solidFill>
                <a:sym typeface="Futura"/>
              </a:rPr>
              <a:t>Insert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desired</a:t>
            </a:r>
            <a:r>
              <a:rPr lang="de-DE" sz="1400" b="1" noProof="0">
                <a:solidFill>
                  <a:srgbClr val="004666"/>
                </a:solidFill>
                <a:sym typeface="Futura"/>
              </a:rPr>
              <a:t> </a:t>
            </a:r>
            <a:r>
              <a:rPr lang="de-DE" sz="1400" b="1" noProof="0" err="1">
                <a:solidFill>
                  <a:srgbClr val="004666"/>
                </a:solidFill>
                <a:sym typeface="Futura"/>
              </a:rPr>
              <a:t>text</a:t>
            </a:r>
            <a:endParaRPr lang="de-DE" sz="1400" b="1" noProof="0">
              <a:solidFill>
                <a:srgbClr val="004666"/>
              </a:solidFill>
              <a:sym typeface="Futura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BE3E26-8A3E-8423-E7F6-013D327B90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5A85E30-2205-4514-B181-EBD0986354A1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56E200-A8A3-F291-4784-EF3DE6732D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6CA69-2863-9FD1-5E5E-DD8AF5F2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9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2048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4307A9A-8C35-7607-FD5A-85AFB3A49F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3056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307A9A-8C35-7607-FD5A-85AFB3A49F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el 16">
            <a:extLst>
              <a:ext uri="{FF2B5EF4-FFF2-40B4-BE49-F238E27FC236}">
                <a16:creationId xmlns:a16="http://schemas.microsoft.com/office/drawing/2014/main" id="{0805E66B-0533-A99A-41F2-53305983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57DCC9-E09A-8ADE-7C5A-6568FAC2A3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DEC74F-6B2D-4D28-9CF8-2A114B644268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FDBD12-7B93-8510-DA24-27729015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10</a:t>
            </a:fld>
            <a:endParaRPr lang="de-DE" noProof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64D6F3D-E337-DC82-A81A-6D2272C5488B}"/>
              </a:ext>
            </a:extLst>
          </p:cNvPr>
          <p:cNvGrpSpPr/>
          <p:nvPr/>
        </p:nvGrpSpPr>
        <p:grpSpPr>
          <a:xfrm>
            <a:off x="471200" y="1558904"/>
            <a:ext cx="10156366" cy="4585640"/>
            <a:chOff x="471138" y="1557560"/>
            <a:chExt cx="10155044" cy="4585043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FDC24C4-161D-941D-3C6B-B5B1E447A750}"/>
                </a:ext>
              </a:extLst>
            </p:cNvPr>
            <p:cNvSpPr/>
            <p:nvPr/>
          </p:nvSpPr>
          <p:spPr>
            <a:xfrm>
              <a:off x="471138" y="3850082"/>
              <a:ext cx="2538761" cy="2292521"/>
            </a:xfrm>
            <a:prstGeom prst="rect">
              <a:avLst/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9">
                <a:defRPr/>
              </a:pP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First </a:t>
              </a:r>
              <a:r>
                <a:rPr lang="de-DE" sz="2133" b="1" noProof="0" dirty="0" err="1">
                  <a:solidFill>
                    <a:schemeClr val="bg1"/>
                  </a:solidFill>
                  <a:latin typeface="VWAG TheSans"/>
                </a:rPr>
                <a:t>fields</a:t>
              </a: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 Title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BAB7D00-D033-88FF-34A0-090182C8D6B7}"/>
                </a:ext>
              </a:extLst>
            </p:cNvPr>
            <p:cNvSpPr/>
            <p:nvPr/>
          </p:nvSpPr>
          <p:spPr bwMode="gray">
            <a:xfrm>
              <a:off x="631135" y="1625048"/>
              <a:ext cx="2165538" cy="20198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9">
                <a:lnSpc>
                  <a:spcPct val="90000"/>
                </a:lnSpc>
                <a:spcAft>
                  <a:spcPts val="600"/>
                </a:spcAft>
                <a:defRPr/>
              </a:pP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Field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details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max. 8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lines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VWAG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TheSans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Light Regular 14p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Lorem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dolor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sit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amet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consectetur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adipiscing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elit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.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ut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rutrum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quam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7370F0C-E219-33DE-F121-5FDB75385299}"/>
                </a:ext>
              </a:extLst>
            </p:cNvPr>
            <p:cNvSpPr/>
            <p:nvPr/>
          </p:nvSpPr>
          <p:spPr>
            <a:xfrm>
              <a:off x="3009899" y="1557827"/>
              <a:ext cx="2538761" cy="2292521"/>
            </a:xfrm>
            <a:prstGeom prst="rect">
              <a:avLst/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9">
                <a:defRPr/>
              </a:pP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Second </a:t>
              </a:r>
              <a:r>
                <a:rPr lang="de-DE" sz="2133" b="1" noProof="0" dirty="0" err="1">
                  <a:solidFill>
                    <a:schemeClr val="bg1"/>
                  </a:solidFill>
                  <a:latin typeface="VWAG TheSans"/>
                </a:rPr>
                <a:t>fields</a:t>
              </a: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 Title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AFB7DDA-C4D8-DBE3-CDDE-4B4B191C814C}"/>
                </a:ext>
              </a:extLst>
            </p:cNvPr>
            <p:cNvSpPr/>
            <p:nvPr/>
          </p:nvSpPr>
          <p:spPr bwMode="gray">
            <a:xfrm>
              <a:off x="3209210" y="4015680"/>
              <a:ext cx="2165538" cy="20198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9">
                <a:lnSpc>
                  <a:spcPct val="90000"/>
                </a:lnSpc>
                <a:spcAft>
                  <a:spcPts val="600"/>
                </a:spcAft>
                <a:defRPr/>
              </a:pP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Field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details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max. 8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lines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VWAG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TheSans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Light Regular 14p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Lorem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dolor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sit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amet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consectetur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adipiscing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elit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.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ut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rutrum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quam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76F6E5B-404E-83B5-2C6C-C71B538571C6}"/>
                </a:ext>
              </a:extLst>
            </p:cNvPr>
            <p:cNvSpPr/>
            <p:nvPr/>
          </p:nvSpPr>
          <p:spPr>
            <a:xfrm>
              <a:off x="5548660" y="3850082"/>
              <a:ext cx="2538761" cy="2292521"/>
            </a:xfrm>
            <a:prstGeom prst="rect">
              <a:avLst/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9">
                <a:defRPr/>
              </a:pP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Third </a:t>
              </a:r>
              <a:r>
                <a:rPr lang="de-DE" sz="2133" b="1" noProof="0" dirty="0" err="1">
                  <a:solidFill>
                    <a:schemeClr val="bg1"/>
                  </a:solidFill>
                  <a:latin typeface="VWAG TheSans"/>
                </a:rPr>
                <a:t>fields</a:t>
              </a: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 Title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38E2E4B8-8FF3-5BBF-89DA-D607ADDD40F5}"/>
                </a:ext>
              </a:extLst>
            </p:cNvPr>
            <p:cNvSpPr/>
            <p:nvPr/>
          </p:nvSpPr>
          <p:spPr>
            <a:xfrm>
              <a:off x="8087421" y="1557560"/>
              <a:ext cx="2538761" cy="2292521"/>
            </a:xfrm>
            <a:prstGeom prst="rect">
              <a:avLst/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9">
                <a:defRPr/>
              </a:pPr>
              <a:r>
                <a:rPr lang="de-DE" sz="2133" b="1" noProof="0" dirty="0" err="1">
                  <a:solidFill>
                    <a:schemeClr val="bg1"/>
                  </a:solidFill>
                  <a:latin typeface="VWAG TheSans"/>
                </a:rPr>
                <a:t>Fourth</a:t>
              </a: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 </a:t>
              </a:r>
              <a:r>
                <a:rPr lang="de-DE" sz="2133" b="1" noProof="0" dirty="0" err="1">
                  <a:solidFill>
                    <a:schemeClr val="bg1"/>
                  </a:solidFill>
                  <a:latin typeface="VWAG TheSans"/>
                </a:rPr>
                <a:t>fields</a:t>
              </a:r>
              <a:r>
                <a:rPr lang="de-DE" sz="2133" b="1" noProof="0" dirty="0">
                  <a:solidFill>
                    <a:schemeClr val="bg1"/>
                  </a:solidFill>
                  <a:latin typeface="VWAG TheSans"/>
                </a:rPr>
                <a:t> Title</a:t>
              </a:r>
            </a:p>
          </p:txBody>
        </p:sp>
        <p:sp>
          <p:nvSpPr>
            <p:cNvPr id="15" name="Rechteck 9">
              <a:extLst>
                <a:ext uri="{FF2B5EF4-FFF2-40B4-BE49-F238E27FC236}">
                  <a16:creationId xmlns:a16="http://schemas.microsoft.com/office/drawing/2014/main" id="{BB1F6EF8-8049-8B99-6A64-7A0AFE0409E8}"/>
                </a:ext>
              </a:extLst>
            </p:cNvPr>
            <p:cNvSpPr/>
            <p:nvPr/>
          </p:nvSpPr>
          <p:spPr bwMode="gray">
            <a:xfrm>
              <a:off x="5761886" y="1693893"/>
              <a:ext cx="2165538" cy="20198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9">
                <a:lnSpc>
                  <a:spcPct val="90000"/>
                </a:lnSpc>
                <a:spcAft>
                  <a:spcPts val="600"/>
                </a:spcAft>
                <a:defRPr/>
              </a:pP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Field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details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max. 8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lines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VWAG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TheSans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Light Regular 14p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Lorem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dolor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sit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amet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consectetur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adipiscing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elit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.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ut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rutrum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quam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</a:p>
          </p:txBody>
        </p:sp>
        <p:sp>
          <p:nvSpPr>
            <p:cNvPr id="16" name="Rechteck 9">
              <a:extLst>
                <a:ext uri="{FF2B5EF4-FFF2-40B4-BE49-F238E27FC236}">
                  <a16:creationId xmlns:a16="http://schemas.microsoft.com/office/drawing/2014/main" id="{37D56120-391E-53D7-3E34-BED20DE5D4B9}"/>
                </a:ext>
              </a:extLst>
            </p:cNvPr>
            <p:cNvSpPr/>
            <p:nvPr/>
          </p:nvSpPr>
          <p:spPr bwMode="gray">
            <a:xfrm>
              <a:off x="8373443" y="3984383"/>
              <a:ext cx="2165538" cy="20198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9">
                <a:lnSpc>
                  <a:spcPct val="90000"/>
                </a:lnSpc>
                <a:spcAft>
                  <a:spcPts val="600"/>
                </a:spcAft>
                <a:defRPr/>
              </a:pP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Field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details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max. 8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lines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VWAG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TheSans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Light Regular 14p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Lorem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dolor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sit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amet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consectetur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adipiscing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elit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.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,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ut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rutrum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quam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Integer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quis</a:t>
              </a:r>
              <a:r>
                <a:rPr lang="de-DE" sz="1400" noProof="0" dirty="0">
                  <a:solidFill>
                    <a:srgbClr val="004666"/>
                  </a:solidFill>
                  <a:sym typeface="VWAG TheSans" panose="020B0502050302020203" pitchFamily="34" charset="0"/>
                </a:rPr>
                <a:t> cursus </a:t>
              </a:r>
              <a:r>
                <a:rPr lang="de-DE" sz="1400" noProof="0" dirty="0" err="1">
                  <a:solidFill>
                    <a:srgbClr val="004666"/>
                  </a:solidFill>
                  <a:sym typeface="VWAG TheSans" panose="020B0502050302020203" pitchFamily="34" charset="0"/>
                </a:rPr>
                <a:t>ipsum</a:t>
              </a:r>
              <a:r>
                <a:rPr lang="de-DE" sz="1400" noProof="0" dirty="0">
                  <a:solidFill>
                    <a:srgbClr val="004666"/>
                  </a:solidFill>
                  <a:latin typeface="VWAG TheSans Light "/>
                </a:rPr>
                <a:t>.</a:t>
              </a:r>
            </a:p>
          </p:txBody>
        </p:sp>
      </p:grp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242F4C30-2B6A-2159-BB37-864178B3CA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9126" y="6652056"/>
            <a:ext cx="4115336" cy="90531"/>
          </a:xfrm>
        </p:spPr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</p:spTree>
    <p:extLst>
      <p:ext uri="{BB962C8B-B14F-4D97-AF65-F5344CB8AC3E}">
        <p14:creationId xmlns:p14="http://schemas.microsoft.com/office/powerpoint/2010/main" val="111057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BCAE27-5684-6903-51DE-F6A84B04B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AC730AFA-82F8-EE4B-D17F-353D04F677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1427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730AFA-82F8-EE4B-D17F-353D04F67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7B2AC840-381C-321C-4CA4-AB378FAF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A547DA-1B70-EBC9-69FE-19D381415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25AE8BF-9FB7-34FD-8018-232F89566C6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1B03792-E17B-4994-84EC-303F5E838CA6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C75E72-C9B7-414A-51BE-04698EA1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11</a:t>
            </a:fld>
            <a:endParaRPr lang="de-DE" noProof="0"/>
          </a:p>
        </p:txBody>
      </p:sp>
      <p:graphicFrame>
        <p:nvGraphicFramePr>
          <p:cNvPr id="9" name="Inhaltsplatzhalter 11">
            <a:extLst>
              <a:ext uri="{FF2B5EF4-FFF2-40B4-BE49-F238E27FC236}">
                <a16:creationId xmlns:a16="http://schemas.microsoft.com/office/drawing/2014/main" id="{166703C2-3228-81B4-D569-FC7717228AAF}"/>
              </a:ext>
            </a:extLst>
          </p:cNvPr>
          <p:cNvGraphicFramePr>
            <a:graphicFrameLocks noGrp="1" noChangeAspect="1"/>
          </p:cNvGraphicFramePr>
          <p:nvPr>
            <p:ph type="chart" sz="quarter" idx="4294967295"/>
            <p:extLst>
              <p:ext uri="{D42A27DB-BD31-4B8C-83A1-F6EECF244321}">
                <p14:modId xmlns:p14="http://schemas.microsoft.com/office/powerpoint/2010/main" val="1841416483"/>
              </p:ext>
            </p:extLst>
          </p:nvPr>
        </p:nvGraphicFramePr>
        <p:xfrm>
          <a:off x="4089400" y="1285875"/>
          <a:ext cx="810418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617176F-6608-FEE4-8103-139BB12996E2}"/>
              </a:ext>
            </a:extLst>
          </p:cNvPr>
          <p:cNvGrpSpPr/>
          <p:nvPr/>
        </p:nvGrpSpPr>
        <p:grpSpPr>
          <a:xfrm>
            <a:off x="9551626" y="3215871"/>
            <a:ext cx="2235509" cy="993709"/>
            <a:chOff x="8824773" y="3212829"/>
            <a:chExt cx="2235218" cy="993709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361C50F6-6882-06BC-9B43-7A3D885C3737}"/>
                </a:ext>
              </a:extLst>
            </p:cNvPr>
            <p:cNvCxnSpPr>
              <a:cxnSpLocks/>
            </p:cNvCxnSpPr>
            <p:nvPr/>
          </p:nvCxnSpPr>
          <p:spPr>
            <a:xfrm>
              <a:off x="8824773" y="3638256"/>
              <a:ext cx="2235218" cy="0"/>
            </a:xfrm>
            <a:prstGeom prst="line">
              <a:avLst/>
            </a:prstGeom>
            <a:ln w="12700">
              <a:solidFill>
                <a:schemeClr val="accent3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B03BA43C-DE1C-FF63-E5A0-25C9138C1200}"/>
                </a:ext>
              </a:extLst>
            </p:cNvPr>
            <p:cNvSpPr txBox="1"/>
            <p:nvPr/>
          </p:nvSpPr>
          <p:spPr bwMode="gray">
            <a:xfrm>
              <a:off x="10247098" y="3212829"/>
              <a:ext cx="793225" cy="4231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  <a:spcAft>
                  <a:spcPts val="1000"/>
                </a:spcAft>
              </a:pPr>
              <a:r>
                <a:rPr lang="de-DE" sz="3200" noProof="0">
                  <a:solidFill>
                    <a:schemeClr val="accent3"/>
                  </a:solidFill>
                </a:rPr>
                <a:t>10</a:t>
              </a:r>
              <a:r>
                <a:rPr lang="de-DE" noProof="0">
                  <a:solidFill>
                    <a:schemeClr val="accent3"/>
                  </a:solidFill>
                </a:rPr>
                <a:t>%</a:t>
              </a:r>
              <a:endParaRPr lang="de-DE" sz="3200" noProof="0">
                <a:solidFill>
                  <a:schemeClr val="accent3"/>
                </a:solidFill>
              </a:endParaRP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522FDE6A-6A69-31A5-521C-752D42E923A4}"/>
                </a:ext>
              </a:extLst>
            </p:cNvPr>
            <p:cNvSpPr txBox="1"/>
            <p:nvPr/>
          </p:nvSpPr>
          <p:spPr bwMode="gray">
            <a:xfrm>
              <a:off x="9600246" y="3635937"/>
              <a:ext cx="1440077" cy="570601"/>
            </a:xfrm>
            <a:prstGeom prst="rect">
              <a:avLst/>
            </a:prstGeom>
            <a:noFill/>
          </p:spPr>
          <p:txBody>
            <a:bodyPr wrap="square" lIns="0" tIns="72009" rIns="0" bIns="0" rtlCol="0" anchor="t" anchorCtr="0">
              <a:noAutofit/>
            </a:bodyPr>
            <a:lstStyle/>
            <a:p>
              <a:pPr algn="r">
                <a:lnSpc>
                  <a:spcPct val="90000"/>
                </a:lnSpc>
                <a:spcAft>
                  <a:spcPts val="1000"/>
                </a:spcAft>
              </a:pPr>
              <a:r>
                <a:rPr lang="de-DE" sz="1400" noProof="0">
                  <a:solidFill>
                    <a:schemeClr val="accent5"/>
                  </a:solidFill>
                </a:rPr>
                <a:t>Blindtext.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B50E2D1-ED93-4489-6AC6-1BC01B2C3B60}"/>
              </a:ext>
            </a:extLst>
          </p:cNvPr>
          <p:cNvGrpSpPr/>
          <p:nvPr/>
        </p:nvGrpSpPr>
        <p:grpSpPr>
          <a:xfrm>
            <a:off x="9177051" y="1960333"/>
            <a:ext cx="2610085" cy="993709"/>
            <a:chOff x="8450246" y="1957292"/>
            <a:chExt cx="2609745" cy="993709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369D4350-1AC3-1021-87B4-C5B6B641059C}"/>
                </a:ext>
              </a:extLst>
            </p:cNvPr>
            <p:cNvCxnSpPr>
              <a:cxnSpLocks/>
            </p:cNvCxnSpPr>
            <p:nvPr/>
          </p:nvCxnSpPr>
          <p:spPr>
            <a:xfrm>
              <a:off x="8450246" y="2380400"/>
              <a:ext cx="2609745" cy="0"/>
            </a:xfrm>
            <a:prstGeom prst="line">
              <a:avLst/>
            </a:prstGeom>
            <a:ln w="1270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45FD7D2A-72CD-FC81-3164-543FAB4AE9D6}"/>
                </a:ext>
              </a:extLst>
            </p:cNvPr>
            <p:cNvSpPr txBox="1"/>
            <p:nvPr/>
          </p:nvSpPr>
          <p:spPr bwMode="gray">
            <a:xfrm>
              <a:off x="10247098" y="1957292"/>
              <a:ext cx="793225" cy="4231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  <a:spcAft>
                  <a:spcPts val="1000"/>
                </a:spcAft>
              </a:pPr>
              <a:r>
                <a:rPr lang="de-DE" sz="3200" noProof="0">
                  <a:solidFill>
                    <a:schemeClr val="accent4"/>
                  </a:solidFill>
                </a:rPr>
                <a:t>20</a:t>
              </a:r>
              <a:r>
                <a:rPr lang="de-DE" noProof="0">
                  <a:solidFill>
                    <a:schemeClr val="accent4"/>
                  </a:solidFill>
                </a:rPr>
                <a:t>%</a:t>
              </a:r>
              <a:endParaRPr lang="de-DE" sz="3200" noProof="0">
                <a:solidFill>
                  <a:schemeClr val="accent4"/>
                </a:solidFill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1BA8ADE1-0622-6F2D-9191-D9482ECBAB58}"/>
                </a:ext>
              </a:extLst>
            </p:cNvPr>
            <p:cNvSpPr txBox="1"/>
            <p:nvPr/>
          </p:nvSpPr>
          <p:spPr bwMode="gray">
            <a:xfrm>
              <a:off x="9600246" y="2380400"/>
              <a:ext cx="1440077" cy="570601"/>
            </a:xfrm>
            <a:prstGeom prst="rect">
              <a:avLst/>
            </a:prstGeom>
            <a:noFill/>
          </p:spPr>
          <p:txBody>
            <a:bodyPr wrap="square" lIns="0" tIns="72009" rIns="0" bIns="0" rtlCol="0" anchor="t" anchorCtr="0">
              <a:noAutofit/>
            </a:bodyPr>
            <a:lstStyle/>
            <a:p>
              <a:pPr algn="r">
                <a:lnSpc>
                  <a:spcPct val="90000"/>
                </a:lnSpc>
                <a:spcAft>
                  <a:spcPts val="1000"/>
                </a:spcAft>
              </a:pPr>
              <a:r>
                <a:rPr lang="de-DE" sz="1400" noProof="0">
                  <a:solidFill>
                    <a:schemeClr val="accent5"/>
                  </a:solidFill>
                </a:rPr>
                <a:t>Blindtext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F07AD9-867C-C3B4-202E-FD8495D104A8}"/>
              </a:ext>
            </a:extLst>
          </p:cNvPr>
          <p:cNvGrpSpPr/>
          <p:nvPr/>
        </p:nvGrpSpPr>
        <p:grpSpPr>
          <a:xfrm>
            <a:off x="3444352" y="2550982"/>
            <a:ext cx="2511752" cy="993709"/>
            <a:chOff x="4070875" y="2547941"/>
            <a:chExt cx="2511425" cy="993709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2D2D3EF-CD85-951A-449E-97E6F509409E}"/>
                </a:ext>
              </a:extLst>
            </p:cNvPr>
            <p:cNvCxnSpPr>
              <a:cxnSpLocks/>
            </p:cNvCxnSpPr>
            <p:nvPr/>
          </p:nvCxnSpPr>
          <p:spPr>
            <a:xfrm>
              <a:off x="4070875" y="2971050"/>
              <a:ext cx="2511425" cy="0"/>
            </a:xfrm>
            <a:prstGeom prst="line">
              <a:avLst/>
            </a:prstGeom>
            <a:ln w="12700">
              <a:solidFill>
                <a:schemeClr val="accent5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99AC175-FE2B-DEAB-F7EE-2FD3263338F8}"/>
                </a:ext>
              </a:extLst>
            </p:cNvPr>
            <p:cNvSpPr txBox="1"/>
            <p:nvPr/>
          </p:nvSpPr>
          <p:spPr bwMode="gray">
            <a:xfrm>
              <a:off x="4070875" y="2547941"/>
              <a:ext cx="793225" cy="4231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de-DE" sz="3200" noProof="0">
                  <a:solidFill>
                    <a:schemeClr val="accent5"/>
                  </a:solidFill>
                </a:rPr>
                <a:t>30</a:t>
              </a:r>
              <a:r>
                <a:rPr lang="de-DE" noProof="0">
                  <a:solidFill>
                    <a:schemeClr val="accent5"/>
                  </a:solidFill>
                </a:rPr>
                <a:t>%</a:t>
              </a:r>
              <a:endParaRPr lang="de-DE" sz="3200" noProof="0">
                <a:solidFill>
                  <a:schemeClr val="accent5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DE4F0135-29F0-7566-30DF-20E20B407F72}"/>
                </a:ext>
              </a:extLst>
            </p:cNvPr>
            <p:cNvSpPr txBox="1"/>
            <p:nvPr/>
          </p:nvSpPr>
          <p:spPr bwMode="gray">
            <a:xfrm>
              <a:off x="4070875" y="2971049"/>
              <a:ext cx="1440077" cy="570601"/>
            </a:xfrm>
            <a:prstGeom prst="rect">
              <a:avLst/>
            </a:prstGeom>
            <a:noFill/>
          </p:spPr>
          <p:txBody>
            <a:bodyPr wrap="square" lIns="0" tIns="72009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de-DE" sz="1400" noProof="0" err="1">
                  <a:solidFill>
                    <a:schemeClr val="accent5"/>
                  </a:solidFill>
                </a:rPr>
                <a:t>Blilndtext</a:t>
              </a:r>
              <a:r>
                <a:rPr lang="de-DE" sz="1400" noProof="0">
                  <a:solidFill>
                    <a:schemeClr val="accent5"/>
                  </a:solidFill>
                </a:rPr>
                <a:t>.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B458A3-5433-45B7-EFEC-7A2DB7729F40}"/>
              </a:ext>
            </a:extLst>
          </p:cNvPr>
          <p:cNvGrpSpPr/>
          <p:nvPr/>
        </p:nvGrpSpPr>
        <p:grpSpPr>
          <a:xfrm>
            <a:off x="3444352" y="4294195"/>
            <a:ext cx="2771788" cy="993709"/>
            <a:chOff x="4070875" y="4291153"/>
            <a:chExt cx="2771427" cy="993709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0C5B4FBB-561A-5C25-E4FD-231EFFE4B4E7}"/>
                </a:ext>
              </a:extLst>
            </p:cNvPr>
            <p:cNvCxnSpPr>
              <a:cxnSpLocks/>
            </p:cNvCxnSpPr>
            <p:nvPr/>
          </p:nvCxnSpPr>
          <p:spPr>
            <a:xfrm>
              <a:off x="4070875" y="4716581"/>
              <a:ext cx="2771427" cy="0"/>
            </a:xfrm>
            <a:prstGeom prst="line">
              <a:avLst/>
            </a:prstGeom>
            <a:ln w="12700">
              <a:solidFill>
                <a:srgbClr val="D8AA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B5CA15F8-DB88-D003-F0ED-FB1E114BB76D}"/>
                </a:ext>
              </a:extLst>
            </p:cNvPr>
            <p:cNvSpPr txBox="1"/>
            <p:nvPr/>
          </p:nvSpPr>
          <p:spPr bwMode="gray">
            <a:xfrm>
              <a:off x="4070875" y="4291153"/>
              <a:ext cx="793225" cy="4231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de-DE" sz="3200" noProof="0">
                  <a:solidFill>
                    <a:srgbClr val="D8AA00"/>
                  </a:solidFill>
                </a:rPr>
                <a:t>40</a:t>
              </a:r>
              <a:r>
                <a:rPr lang="de-DE" noProof="0">
                  <a:solidFill>
                    <a:srgbClr val="D8AA00"/>
                  </a:solidFill>
                </a:rPr>
                <a:t>%</a:t>
              </a:r>
              <a:endParaRPr lang="de-DE" sz="3200" noProof="0">
                <a:solidFill>
                  <a:srgbClr val="D8AA00"/>
                </a:solidFill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C6A695D8-4074-501E-80B2-C0F4B5D00E4B}"/>
                </a:ext>
              </a:extLst>
            </p:cNvPr>
            <p:cNvSpPr txBox="1"/>
            <p:nvPr/>
          </p:nvSpPr>
          <p:spPr bwMode="gray">
            <a:xfrm>
              <a:off x="4070875" y="4714261"/>
              <a:ext cx="1440077" cy="570601"/>
            </a:xfrm>
            <a:prstGeom prst="rect">
              <a:avLst/>
            </a:prstGeom>
            <a:noFill/>
          </p:spPr>
          <p:txBody>
            <a:bodyPr wrap="square" lIns="0" tIns="72009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de-DE" sz="1400" noProof="0">
                  <a:solidFill>
                    <a:schemeClr val="accent5"/>
                  </a:solidFill>
                </a:rPr>
                <a:t>Blindtext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33DB914-0733-67C6-7EC4-D2ECB6CB6860}"/>
              </a:ext>
            </a:extLst>
          </p:cNvPr>
          <p:cNvGrpSpPr>
            <a:grpSpLocks noChangeAspect="1"/>
          </p:cNvGrpSpPr>
          <p:nvPr/>
        </p:nvGrpSpPr>
        <p:grpSpPr>
          <a:xfrm>
            <a:off x="6403369" y="2172169"/>
            <a:ext cx="2592308" cy="2592308"/>
            <a:chOff x="6215330" y="2200684"/>
            <a:chExt cx="2591971" cy="2591971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78F93FB4-68A4-E0E3-E2CA-0A1C21B2771F}"/>
                </a:ext>
              </a:extLst>
            </p:cNvPr>
            <p:cNvSpPr/>
            <p:nvPr/>
          </p:nvSpPr>
          <p:spPr>
            <a:xfrm>
              <a:off x="6215330" y="2200684"/>
              <a:ext cx="2591971" cy="2591971"/>
            </a:xfrm>
            <a:prstGeom prst="ellipse">
              <a:avLst/>
            </a:prstGeom>
            <a:solidFill>
              <a:srgbClr val="F1F7F9"/>
            </a:solidFill>
          </p:spPr>
          <p:txBody>
            <a:bodyPr vert="horz" lIns="360047" tIns="0" rIns="0" bIns="0" rtlCol="0" anchor="ctr" anchorCtr="0">
              <a:noAutofit/>
            </a:bodyPr>
            <a:lstStyle/>
            <a:p>
              <a:pPr defTabSz="914468">
                <a:lnSpc>
                  <a:spcPct val="110000"/>
                </a:lnSpc>
                <a:spcAft>
                  <a:spcPts val="451"/>
                </a:spcAft>
              </a:pPr>
              <a:endParaRPr lang="de-DE" b="1" noProof="0">
                <a:solidFill>
                  <a:schemeClr val="accent5"/>
                </a:solidFill>
              </a:endParaRPr>
            </a:p>
          </p:txBody>
        </p:sp>
        <p:sp>
          <p:nvSpPr>
            <p:cNvPr id="36" name="Shape 2587">
              <a:extLst>
                <a:ext uri="{FF2B5EF4-FFF2-40B4-BE49-F238E27FC236}">
                  <a16:creationId xmlns:a16="http://schemas.microsoft.com/office/drawing/2014/main" id="{F4ADE845-418F-96FF-552E-82D8909CC6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6410" y="3001918"/>
              <a:ext cx="1083261" cy="108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rgbClr val="004666"/>
            </a:solidFill>
            <a:ln w="19050">
              <a:noFill/>
              <a:miter lim="400000"/>
            </a:ln>
          </p:spPr>
          <p:txBody>
            <a:bodyPr lIns="14286" tIns="14286" rIns="14286" bIns="14286" anchor="ctr"/>
            <a:lstStyle/>
            <a:p>
              <a:pPr defTabSz="17141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lang="de-DE" sz="1125" noProof="0">
                <a:solidFill>
                  <a:schemeClr val="accent5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Calibri" charset="0"/>
                <a:cs typeface="Calibri" charset="0"/>
                <a:sym typeface="Gill Sans"/>
              </a:endParaRPr>
            </a:p>
          </p:txBody>
        </p:sp>
      </p:grp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5CB275ED-4EE7-B414-EF87-E8778410D9E2}"/>
              </a:ext>
            </a:extLst>
          </p:cNvPr>
          <p:cNvSpPr txBox="1">
            <a:spLocks/>
          </p:cNvSpPr>
          <p:nvPr/>
        </p:nvSpPr>
        <p:spPr>
          <a:xfrm>
            <a:off x="427511" y="2446094"/>
            <a:ext cx="2857500" cy="29822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rgbClr val="004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Text </a:t>
            </a:r>
            <a:r>
              <a:rPr lang="en-US" dirty="0" err="1"/>
              <a:t>TheSans</a:t>
            </a:r>
            <a:r>
              <a:rPr lang="en-US" dirty="0"/>
              <a:t> Light Regular, bold, 20pt, standard </a:t>
            </a:r>
            <a:r>
              <a:rPr lang="en-US" dirty="0" err="1"/>
              <a:t>colour</a:t>
            </a:r>
            <a:endParaRPr lang="de-DE" b="1" dirty="0"/>
          </a:p>
          <a:p>
            <a:r>
              <a:rPr lang="en-US" sz="1400" dirty="0"/>
              <a:t>Text </a:t>
            </a:r>
            <a:r>
              <a:rPr lang="en-US" sz="1400" dirty="0" err="1"/>
              <a:t>TheSans</a:t>
            </a:r>
            <a:r>
              <a:rPr lang="en-US" sz="1400" dirty="0"/>
              <a:t> Light Regular, bold, 14pt, standard </a:t>
            </a:r>
            <a:r>
              <a:rPr lang="en-US" sz="1400" dirty="0" err="1"/>
              <a:t>colour</a:t>
            </a:r>
            <a:endParaRPr lang="de-DE" sz="1400" b="1" dirty="0"/>
          </a:p>
          <a:p>
            <a:r>
              <a:rPr lang="de-DE" sz="1400" dirty="0" err="1"/>
              <a:t>Lorem</a:t>
            </a:r>
            <a:r>
              <a:rPr lang="de-DE" sz="1400" dirty="0"/>
              <a:t> </a:t>
            </a:r>
            <a:r>
              <a:rPr lang="de-DE" sz="1400" dirty="0" err="1"/>
              <a:t>ipsum</a:t>
            </a:r>
            <a:r>
              <a:rPr lang="de-DE" sz="1400" dirty="0"/>
              <a:t> </a:t>
            </a:r>
            <a:r>
              <a:rPr lang="de-DE" sz="1400" dirty="0" err="1"/>
              <a:t>dolor</a:t>
            </a:r>
            <a:r>
              <a:rPr lang="de-DE" sz="1400" dirty="0"/>
              <a:t> </a:t>
            </a:r>
            <a:r>
              <a:rPr lang="de-DE" sz="1400" dirty="0" err="1"/>
              <a:t>sit</a:t>
            </a:r>
            <a:r>
              <a:rPr lang="de-DE" sz="1400" dirty="0"/>
              <a:t> </a:t>
            </a:r>
            <a:r>
              <a:rPr lang="de-DE" sz="1400" dirty="0" err="1"/>
              <a:t>amet</a:t>
            </a:r>
            <a:r>
              <a:rPr lang="de-DE" sz="1400" dirty="0"/>
              <a:t>, </a:t>
            </a:r>
            <a:r>
              <a:rPr lang="de-DE" sz="1400" dirty="0" err="1"/>
              <a:t>consectetuer</a:t>
            </a:r>
            <a:r>
              <a:rPr lang="de-DE" sz="1400" dirty="0"/>
              <a:t> </a:t>
            </a:r>
            <a:r>
              <a:rPr lang="de-DE" sz="1400" dirty="0" err="1"/>
              <a:t>adipiscing</a:t>
            </a:r>
            <a:r>
              <a:rPr lang="de-DE" sz="1400" dirty="0"/>
              <a:t> </a:t>
            </a:r>
            <a:r>
              <a:rPr lang="de-DE" sz="1400" dirty="0" err="1"/>
              <a:t>elit</a:t>
            </a:r>
            <a:r>
              <a:rPr lang="de-DE" sz="1400" dirty="0"/>
              <a:t>. Maecenas </a:t>
            </a:r>
            <a:r>
              <a:rPr lang="de-DE" sz="1400" dirty="0" err="1"/>
              <a:t>porttitor</a:t>
            </a:r>
            <a:r>
              <a:rPr lang="de-DE" sz="1400" dirty="0"/>
              <a:t> </a:t>
            </a:r>
            <a:r>
              <a:rPr lang="de-DE" sz="1400" dirty="0" err="1"/>
              <a:t>congue</a:t>
            </a:r>
            <a:r>
              <a:rPr lang="de-DE" sz="1400" dirty="0"/>
              <a:t> </a:t>
            </a:r>
            <a:br>
              <a:rPr lang="de-DE" sz="1400" dirty="0"/>
            </a:br>
            <a:r>
              <a:rPr lang="de-DE" sz="1400" dirty="0" err="1"/>
              <a:t>massa</a:t>
            </a:r>
            <a:r>
              <a:rPr lang="de-DE" sz="1400" dirty="0"/>
              <a:t>. </a:t>
            </a:r>
            <a:r>
              <a:rPr lang="de-DE" sz="1400" dirty="0" err="1"/>
              <a:t>Fusce</a:t>
            </a:r>
            <a:r>
              <a:rPr lang="de-DE" sz="1400" dirty="0"/>
              <a:t> </a:t>
            </a:r>
            <a:r>
              <a:rPr lang="de-DE" sz="1400" dirty="0" err="1"/>
              <a:t>posuere</a:t>
            </a:r>
            <a:r>
              <a:rPr lang="de-DE" sz="1400" dirty="0"/>
              <a:t>, magna </a:t>
            </a:r>
            <a:br>
              <a:rPr lang="de-DE" sz="1400" dirty="0"/>
            </a:br>
            <a:r>
              <a:rPr lang="de-DE" sz="1400" dirty="0"/>
              <a:t>sed </a:t>
            </a:r>
            <a:r>
              <a:rPr lang="de-DE" sz="1400" dirty="0" err="1"/>
              <a:t>pulvinar</a:t>
            </a:r>
            <a:r>
              <a:rPr lang="de-DE" sz="1400" dirty="0"/>
              <a:t> </a:t>
            </a:r>
            <a:r>
              <a:rPr lang="de-DE" sz="1400" dirty="0" err="1"/>
              <a:t>ultricies</a:t>
            </a:r>
            <a:r>
              <a:rPr lang="de-DE" sz="1400" dirty="0"/>
              <a:t>, </a:t>
            </a:r>
            <a:r>
              <a:rPr lang="de-DE" sz="1400" dirty="0" err="1"/>
              <a:t>purus</a:t>
            </a:r>
            <a:r>
              <a:rPr lang="de-DE" sz="1400" dirty="0"/>
              <a:t> </a:t>
            </a:r>
            <a:br>
              <a:rPr lang="de-DE" sz="1400" dirty="0"/>
            </a:br>
            <a:r>
              <a:rPr lang="de-DE" sz="1400" dirty="0" err="1"/>
              <a:t>lectus</a:t>
            </a:r>
            <a:r>
              <a:rPr lang="de-DE" sz="1400" dirty="0"/>
              <a:t> </a:t>
            </a:r>
            <a:r>
              <a:rPr lang="de-DE" sz="1400" dirty="0" err="1"/>
              <a:t>malesuada</a:t>
            </a:r>
            <a:r>
              <a:rPr lang="de-DE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150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C0E74AC-CA27-7399-1026-9821BDD9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F74C81-EEA8-254E-7632-8CC4F9B4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440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F74C81-EEA8-254E-7632-8CC4F9B4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el 17">
            <a:extLst>
              <a:ext uri="{FF2B5EF4-FFF2-40B4-BE49-F238E27FC236}">
                <a16:creationId xmlns:a16="http://schemas.microsoft.com/office/drawing/2014/main" id="{240E4B4C-0A65-BB7A-2570-A6FF8EB0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de-DE" noProof="0" dirty="0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AC82CFD4-DE8D-20F4-1BBE-AC2F17B4B066}"/>
              </a:ext>
            </a:extLst>
          </p:cNvPr>
          <p:cNvSpPr/>
          <p:nvPr/>
        </p:nvSpPr>
        <p:spPr>
          <a:xfrm>
            <a:off x="410737" y="1485899"/>
            <a:ext cx="6551771" cy="539625"/>
          </a:xfrm>
          <a:prstGeom prst="rect">
            <a:avLst/>
          </a:prstGeom>
          <a:solidFill>
            <a:schemeClr val="accent5"/>
          </a:solidFill>
          <a:ln>
            <a:solidFill>
              <a:srgbClr val="004666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 b="1" noProof="0" dirty="0">
                <a:latin typeface="+mj-lt"/>
              </a:rPr>
              <a:t>Target:</a:t>
            </a:r>
            <a:br>
              <a:rPr lang="de-DE" sz="1400" b="1" noProof="0" dirty="0">
                <a:latin typeface="+mj-lt"/>
              </a:rPr>
            </a:br>
            <a:endParaRPr lang="de-DE" sz="1200" noProof="0" dirty="0">
              <a:latin typeface="+mj-lt"/>
            </a:endParaRP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F0C0471-6F8B-18DA-3C76-D1A3FC9F5592}"/>
              </a:ext>
            </a:extLst>
          </p:cNvPr>
          <p:cNvSpPr/>
          <p:nvPr/>
        </p:nvSpPr>
        <p:spPr>
          <a:xfrm>
            <a:off x="7032898" y="1485900"/>
            <a:ext cx="4755877" cy="2348198"/>
          </a:xfrm>
          <a:prstGeom prst="rect">
            <a:avLst/>
          </a:prstGeom>
          <a:noFill/>
          <a:ln w="9525">
            <a:solidFill>
              <a:srgbClr val="00466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52" tIns="45726" rIns="91452" bIns="45726" rtlCol="0" anchor="t"/>
          <a:lstStyle/>
          <a:p>
            <a:r>
              <a:rPr lang="de-DE" sz="1400" b="1" noProof="0" err="1">
                <a:solidFill>
                  <a:srgbClr val="004666"/>
                </a:solidFill>
                <a:latin typeface="+mj-lt"/>
              </a:rPr>
              <a:t>Keyfacts</a:t>
            </a:r>
            <a:r>
              <a:rPr lang="de-DE" sz="1400" b="1" noProof="0">
                <a:solidFill>
                  <a:srgbClr val="004666"/>
                </a:solidFill>
                <a:latin typeface="+mj-lt"/>
              </a:rPr>
              <a:t>:</a:t>
            </a:r>
            <a:endParaRPr lang="de-DE" sz="800" b="1" noProof="0">
              <a:solidFill>
                <a:srgbClr val="004666"/>
              </a:solidFill>
              <a:latin typeface="+mj-lt"/>
            </a:endParaRPr>
          </a:p>
          <a:p>
            <a:endParaRPr lang="de-DE" sz="1000" noProof="0">
              <a:solidFill>
                <a:srgbClr val="004666"/>
              </a:solidFill>
              <a:latin typeface="+mj-lt"/>
            </a:endParaRPr>
          </a:p>
          <a:p>
            <a:pPr marL="285779" indent="-285779">
              <a:buFont typeface="Arial" panose="020B0604020202020204" pitchFamily="34" charset="0"/>
              <a:buChar char="•"/>
            </a:pPr>
            <a:endParaRPr lang="de-DE" sz="1600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1DAF639D-9BA0-2ED4-F982-92E8F37709F0}"/>
              </a:ext>
            </a:extLst>
          </p:cNvPr>
          <p:cNvSpPr/>
          <p:nvPr/>
        </p:nvSpPr>
        <p:spPr>
          <a:xfrm>
            <a:off x="7032898" y="3894741"/>
            <a:ext cx="4755877" cy="1416419"/>
          </a:xfrm>
          <a:prstGeom prst="rect">
            <a:avLst/>
          </a:prstGeom>
          <a:noFill/>
          <a:ln w="9525">
            <a:solidFill>
              <a:srgbClr val="00466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sz="1400" b="1" noProof="0">
                <a:solidFill>
                  <a:srgbClr val="004666"/>
                </a:solidFill>
                <a:latin typeface="+mj-lt"/>
              </a:rPr>
              <a:t>Next </a:t>
            </a:r>
            <a:r>
              <a:rPr lang="de-DE" sz="1400" b="1" noProof="0" err="1">
                <a:solidFill>
                  <a:srgbClr val="004666"/>
                </a:solidFill>
                <a:latin typeface="+mj-lt"/>
              </a:rPr>
              <a:t>steps</a:t>
            </a:r>
            <a:r>
              <a:rPr lang="de-DE" sz="1400" b="1" noProof="0">
                <a:solidFill>
                  <a:srgbClr val="004666"/>
                </a:solidFill>
                <a:latin typeface="+mj-lt"/>
              </a:rPr>
              <a:t>:</a:t>
            </a:r>
            <a:br>
              <a:rPr lang="de-DE" sz="1400" b="1" noProof="0">
                <a:solidFill>
                  <a:srgbClr val="004666"/>
                </a:solidFill>
                <a:latin typeface="+mj-lt"/>
              </a:rPr>
            </a:br>
            <a:endParaRPr lang="de-DE" sz="1400" noProof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DD23B374-D1B1-E891-045F-C349AF15E492}"/>
              </a:ext>
            </a:extLst>
          </p:cNvPr>
          <p:cNvSpPr/>
          <p:nvPr/>
        </p:nvSpPr>
        <p:spPr>
          <a:xfrm>
            <a:off x="410736" y="5371801"/>
            <a:ext cx="6551771" cy="1097044"/>
          </a:xfrm>
          <a:prstGeom prst="rect">
            <a:avLst/>
          </a:prstGeom>
          <a:ln w="9525">
            <a:solidFill>
              <a:srgbClr val="00466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52" tIns="45726" rIns="91452" bIns="45726" rtlCol="0" anchor="t"/>
          <a:lstStyle/>
          <a:p>
            <a:r>
              <a:rPr lang="de-DE" sz="1400" b="1" noProof="0" dirty="0">
                <a:solidFill>
                  <a:srgbClr val="004666"/>
                </a:solidFill>
                <a:latin typeface="+mj-lt"/>
              </a:rPr>
              <a:t>Date: </a:t>
            </a:r>
            <a:br>
              <a:rPr lang="de-DE" sz="1000" noProof="0" dirty="0">
                <a:solidFill>
                  <a:srgbClr val="004666"/>
                </a:solidFill>
                <a:latin typeface="+mj-lt"/>
              </a:rPr>
            </a:br>
            <a:r>
              <a:rPr lang="de-DE" sz="1000" noProof="0" dirty="0">
                <a:solidFill>
                  <a:srgbClr val="004666"/>
                </a:solidFill>
              </a:rPr>
              <a:t> </a:t>
            </a:r>
          </a:p>
          <a:p>
            <a:endParaRPr lang="de-DE" sz="1000" noProof="0" dirty="0">
              <a:solidFill>
                <a:srgbClr val="004666"/>
              </a:solidFill>
            </a:endParaRPr>
          </a:p>
          <a:p>
            <a:endParaRPr lang="de-DE" sz="1000" noProof="0" dirty="0">
              <a:solidFill>
                <a:srgbClr val="004666"/>
              </a:solidFill>
            </a:endParaRPr>
          </a:p>
          <a:p>
            <a:endParaRPr lang="de-DE" sz="1600" b="1" noProof="0" dirty="0">
              <a:solidFill>
                <a:srgbClr val="004666"/>
              </a:solidFill>
            </a:endParaRPr>
          </a:p>
        </p:txBody>
      </p:sp>
      <p:sp>
        <p:nvSpPr>
          <p:cNvPr id="6" name="Abgerundetes Rechteck 19">
            <a:extLst>
              <a:ext uri="{FF2B5EF4-FFF2-40B4-BE49-F238E27FC236}">
                <a16:creationId xmlns:a16="http://schemas.microsoft.com/office/drawing/2014/main" id="{738A9D17-3A8F-6802-3B81-7896966A55A3}"/>
              </a:ext>
            </a:extLst>
          </p:cNvPr>
          <p:cNvSpPr/>
          <p:nvPr/>
        </p:nvSpPr>
        <p:spPr>
          <a:xfrm>
            <a:off x="410736" y="2093678"/>
            <a:ext cx="6551771" cy="3217482"/>
          </a:xfrm>
          <a:prstGeom prst="rect">
            <a:avLst/>
          </a:prstGeom>
          <a:ln w="9525">
            <a:solidFill>
              <a:srgbClr val="00466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52" tIns="45726" rIns="91452" bIns="45726" rtlCol="0" anchor="t"/>
          <a:lstStyle/>
          <a:p>
            <a:r>
              <a:rPr lang="de-DE" sz="1400" b="1" noProof="0" dirty="0">
                <a:solidFill>
                  <a:srgbClr val="004666"/>
                </a:solidFill>
                <a:latin typeface="+mj-lt"/>
              </a:rPr>
              <a:t>Short </a:t>
            </a:r>
            <a:r>
              <a:rPr lang="de-DE" sz="1400" b="1" noProof="0" dirty="0" err="1">
                <a:solidFill>
                  <a:srgbClr val="004666"/>
                </a:solidFill>
                <a:latin typeface="+mj-lt"/>
              </a:rPr>
              <a:t>description</a:t>
            </a:r>
            <a:endParaRPr lang="de-DE" noProof="0" dirty="0">
              <a:solidFill>
                <a:srgbClr val="004666"/>
              </a:solidFill>
            </a:endParaRPr>
          </a:p>
        </p:txBody>
      </p:sp>
      <p:sp>
        <p:nvSpPr>
          <p:cNvPr id="2" name="Abgerundetes Rechteck 18">
            <a:extLst>
              <a:ext uri="{FF2B5EF4-FFF2-40B4-BE49-F238E27FC236}">
                <a16:creationId xmlns:a16="http://schemas.microsoft.com/office/drawing/2014/main" id="{AA551273-1D31-142E-5EBE-3D68A68CA3F4}"/>
              </a:ext>
            </a:extLst>
          </p:cNvPr>
          <p:cNvSpPr/>
          <p:nvPr/>
        </p:nvSpPr>
        <p:spPr>
          <a:xfrm>
            <a:off x="7032898" y="5371802"/>
            <a:ext cx="4755877" cy="1097045"/>
          </a:xfrm>
          <a:prstGeom prst="rect">
            <a:avLst/>
          </a:prstGeom>
          <a:noFill/>
          <a:ln w="12700">
            <a:solidFill>
              <a:srgbClr val="A21E4D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sz="1400" b="1" noProof="0" dirty="0">
                <a:solidFill>
                  <a:srgbClr val="004666"/>
                </a:solidFill>
                <a:latin typeface="+mj-lt"/>
              </a:rPr>
              <a:t>Critical:</a:t>
            </a:r>
            <a:br>
              <a:rPr lang="de-DE" sz="1400" b="1" noProof="0" dirty="0">
                <a:solidFill>
                  <a:srgbClr val="004666"/>
                </a:solidFill>
                <a:latin typeface="+mj-lt"/>
              </a:rPr>
            </a:br>
            <a:endParaRPr lang="de-DE" sz="1400" b="1" noProof="0" dirty="0">
              <a:solidFill>
                <a:srgbClr val="004666"/>
              </a:solidFill>
              <a:latin typeface="+mj-lt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3D2880-5195-BAF4-0077-11C287AABF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DD16E91-4243-449C-AAF6-9F73DCEEFF01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B98EA9D-98FE-9A63-7CC4-01AA15EB16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C299BAD-9EDF-785C-893A-A53D4C22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/>
              <a:pPr/>
              <a:t>12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6713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FC6FD66-0495-204F-0354-6D628F17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1C780BF-F50E-FAC7-14CB-294EF6F5FE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6098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C780BF-F50E-FAC7-14CB-294EF6F5F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Bildplatzhalter 7" descr="Ein Bild, das Fahrzeug, Landfahrzeug, Kleidung, Auto enthält.&#10;&#10;KI-generierte Inhalte können fehlerhaft sein.">
            <a:extLst>
              <a:ext uri="{FF2B5EF4-FFF2-40B4-BE49-F238E27FC236}">
                <a16:creationId xmlns:a16="http://schemas.microsoft.com/office/drawing/2014/main" id="{EFDF71E5-56E7-62C2-792B-0D7814303F8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l="30325" r="30325"/>
          <a:stretch>
            <a:fillRect/>
          </a:stretch>
        </p:blipFill>
        <p:spPr>
          <a:xfrm>
            <a:off x="8154988" y="0"/>
            <a:ext cx="4051300" cy="6861175"/>
          </a:xfrm>
          <a:prstGeom prst="rect">
            <a:avLst/>
          </a:prstGeom>
        </p:spPr>
      </p:pic>
      <p:sp>
        <p:nvSpPr>
          <p:cNvPr id="9" name="Titel 8">
            <a:extLst>
              <a:ext uri="{FF2B5EF4-FFF2-40B4-BE49-F238E27FC236}">
                <a16:creationId xmlns:a16="http://schemas.microsoft.com/office/drawing/2014/main" id="{D742D222-0446-0754-39A0-834F258F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AC4B63-7CE6-8B88-C6BC-127C02009A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881F27-EB12-D9BB-F778-C8AC468067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90180E4-FB59-4F1F-B78A-BB437CE8E940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0B29A0-02E1-B371-32E4-2548AF87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>
                <a:solidFill>
                  <a:schemeClr val="bg1"/>
                </a:solidFill>
              </a:rPr>
              <a:pPr/>
              <a:t>13</a:t>
            </a:fld>
            <a:endParaRPr lang="de-DE" noProof="0">
              <a:solidFill>
                <a:schemeClr val="bg1"/>
              </a:solidFill>
            </a:endParaRPr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F209826-BBDE-AF9E-B898-A0349DDB44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5894476"/>
              </p:ext>
            </p:extLst>
          </p:nvPr>
        </p:nvGraphicFramePr>
        <p:xfrm>
          <a:off x="4204248" y="1982598"/>
          <a:ext cx="3402456" cy="4108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F5AB9F0-2546-B4F5-68FB-BEFAACE61A2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04274" y="1982993"/>
            <a:ext cx="3400313" cy="410833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>
                <a:solidFill>
                  <a:srgbClr val="004666"/>
                </a:solidFill>
              </a:rPr>
              <a:t>Text </a:t>
            </a:r>
            <a:r>
              <a:rPr lang="en-US" sz="1200" b="1" err="1">
                <a:solidFill>
                  <a:srgbClr val="004666"/>
                </a:solidFill>
              </a:rPr>
              <a:t>TheSans</a:t>
            </a:r>
            <a:r>
              <a:rPr lang="en-US" sz="1200" b="1">
                <a:solidFill>
                  <a:srgbClr val="004666"/>
                </a:solidFill>
              </a:rPr>
              <a:t> Light, bold, 12pt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100">
              <a:solidFill>
                <a:srgbClr val="004666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b="1">
                <a:solidFill>
                  <a:srgbClr val="004666"/>
                </a:solidFill>
              </a:rPr>
              <a:t>Text </a:t>
            </a:r>
            <a:r>
              <a:rPr lang="en-US" sz="1100" b="1" err="1">
                <a:solidFill>
                  <a:srgbClr val="004666"/>
                </a:solidFill>
              </a:rPr>
              <a:t>TheSans</a:t>
            </a:r>
            <a:r>
              <a:rPr lang="en-US" sz="1100" b="1">
                <a:solidFill>
                  <a:srgbClr val="004666"/>
                </a:solidFill>
              </a:rPr>
              <a:t> Light, bold, 12pt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de-DE" sz="1100">
              <a:solidFill>
                <a:srgbClr val="004666"/>
              </a:solidFill>
              <a:sym typeface="VWAG TheSans" panose="020B0502050302020203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b="1">
                <a:solidFill>
                  <a:srgbClr val="004666"/>
                </a:solidFill>
              </a:rPr>
              <a:t>Text </a:t>
            </a:r>
            <a:r>
              <a:rPr lang="en-US" sz="1100" b="1" err="1">
                <a:solidFill>
                  <a:srgbClr val="004666"/>
                </a:solidFill>
              </a:rPr>
              <a:t>TheSans</a:t>
            </a:r>
            <a:r>
              <a:rPr lang="en-US" sz="1100" b="1">
                <a:solidFill>
                  <a:srgbClr val="004666"/>
                </a:solidFill>
              </a:rPr>
              <a:t> Light, bold, 12pt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</p:txBody>
      </p:sp>
      <p:pic>
        <p:nvPicPr>
          <p:cNvPr id="6" name="Grafik 5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05AE737F-5C48-4A96-6679-04229FBD6E8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7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8F9A1A-4A15-8CCC-E31E-CE794847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1AEEA84-C185-5158-4F7B-ED34FCFC68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9931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3" progId="TCLayout.ActiveDocument.1">
                  <p:embed/>
                </p:oleObj>
              </mc:Choice>
              <mc:Fallback>
                <p:oleObj name="think-cell Folie" r:id="rId4" imgW="404" imgH="40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AEEA84-C185-5158-4F7B-ED34FCFC68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Bildplatzhalter 16" descr="Ein Bild, das Person, Handy, tragbares Kommunikationsgerät, Kommunikationsgerät enthält.&#10;&#10;KI-generierte Inhalte können fehlerhaft sein.">
            <a:extLst>
              <a:ext uri="{FF2B5EF4-FFF2-40B4-BE49-F238E27FC236}">
                <a16:creationId xmlns:a16="http://schemas.microsoft.com/office/drawing/2014/main" id="{9D18519A-79D2-4FAB-FBC6-7ED4D64451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65" t="-12" r="38251" b="12"/>
          <a:stretch>
            <a:fillRect/>
          </a:stretch>
        </p:blipFill>
        <p:spPr>
          <a:xfrm>
            <a:off x="8154462" y="0"/>
            <a:ext cx="4051158" cy="6861175"/>
          </a:xfrm>
        </p:spPr>
      </p:pic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65FAA85-8476-234A-2F7C-F720DF1585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669" y="0"/>
            <a:ext cx="2680106" cy="9072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E5370582-8676-B1D2-F9B3-69228B06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60DCF4-CAC0-C1AB-1D0C-AF44C82D16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451"/>
              </a:spcAft>
            </a:pPr>
            <a:r>
              <a:rPr lang="de-DE" noProof="0"/>
              <a:t>A-OC  |  KSU-Klasse: 0.2 – 4 Jahre  |  Volkswagen Group Services GmbH  |  PUBLIC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3016D8-8149-D62E-E677-2DE2D4184F7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90180E4-FB59-4F1F-B78A-BB437CE8E940}" type="datetime1">
              <a:rPr lang="de-DE" noProof="0" smtClean="0"/>
              <a:pPr/>
              <a:t>10.03.2026</a:t>
            </a:fld>
            <a:endParaRPr lang="de-DE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5FB465-1F51-15F8-B181-16CD9039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6AC58-99FC-40D1-8A10-4777F7BB7286}" type="slidenum">
              <a:rPr lang="de-DE" noProof="0" smtClean="0">
                <a:solidFill>
                  <a:schemeClr val="bg1"/>
                </a:solidFill>
              </a:rPr>
              <a:pPr/>
              <a:t>14</a:t>
            </a:fld>
            <a:endParaRPr lang="de-DE" noProof="0">
              <a:solidFill>
                <a:schemeClr val="bg1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6B71335-DC09-AAD3-FF36-8D71123F436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04274" y="1982993"/>
            <a:ext cx="3400313" cy="4108333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269987" indent="-134994" algn="l" defTabSz="68576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38"/>
              </a:spcAft>
              <a:buFont typeface="Wingdings" panose="05000000000000000000" pitchFamily="2" charset="2"/>
              <a:buChar char="§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>
                <a:solidFill>
                  <a:srgbClr val="004666"/>
                </a:solidFill>
              </a:rPr>
              <a:t>Text </a:t>
            </a:r>
            <a:r>
              <a:rPr lang="en-US" sz="1200" b="1" err="1">
                <a:solidFill>
                  <a:srgbClr val="004666"/>
                </a:solidFill>
              </a:rPr>
              <a:t>TheSans</a:t>
            </a:r>
            <a:r>
              <a:rPr lang="en-US" sz="1200" b="1">
                <a:solidFill>
                  <a:srgbClr val="004666"/>
                </a:solidFill>
              </a:rPr>
              <a:t> Light, bold, 11pt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100">
              <a:solidFill>
                <a:srgbClr val="004666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b="1">
                <a:solidFill>
                  <a:srgbClr val="004666"/>
                </a:solidFill>
              </a:rPr>
              <a:t>Text </a:t>
            </a:r>
            <a:r>
              <a:rPr lang="en-US" sz="1100" b="1" err="1">
                <a:solidFill>
                  <a:srgbClr val="004666"/>
                </a:solidFill>
              </a:rPr>
              <a:t>TheSans</a:t>
            </a:r>
            <a:r>
              <a:rPr lang="en-US" sz="1100" b="1">
                <a:solidFill>
                  <a:srgbClr val="004666"/>
                </a:solidFill>
              </a:rPr>
              <a:t> Light, bold, 11pt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de-DE" sz="1100">
              <a:solidFill>
                <a:srgbClr val="004666"/>
              </a:solidFill>
              <a:sym typeface="VWAG TheSans" panose="020B0502050302020203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 b="1">
                <a:solidFill>
                  <a:srgbClr val="004666"/>
                </a:solidFill>
              </a:rPr>
              <a:t>Text </a:t>
            </a:r>
            <a:r>
              <a:rPr lang="en-US" sz="1100" b="1" err="1">
                <a:solidFill>
                  <a:srgbClr val="004666"/>
                </a:solidFill>
              </a:rPr>
              <a:t>TheSans</a:t>
            </a:r>
            <a:r>
              <a:rPr lang="en-US" sz="1100" b="1">
                <a:solidFill>
                  <a:srgbClr val="004666"/>
                </a:solidFill>
              </a:rPr>
              <a:t> Light, bold, 11pt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100">
                <a:solidFill>
                  <a:srgbClr val="004666"/>
                </a:solidFill>
              </a:rPr>
              <a:t>Text </a:t>
            </a:r>
            <a:r>
              <a:rPr lang="en-US" sz="1100" err="1">
                <a:solidFill>
                  <a:srgbClr val="004666"/>
                </a:solidFill>
              </a:rPr>
              <a:t>TheSans</a:t>
            </a:r>
            <a:r>
              <a:rPr lang="en-US" sz="1100">
                <a:solidFill>
                  <a:srgbClr val="004666"/>
                </a:solidFill>
              </a:rPr>
              <a:t> Light, regular, 11pt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Lorem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dolor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amet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consectetur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adipiscing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elit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Integer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quis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cursus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ipsum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ut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rutrum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quam.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Suspendisse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egestas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turpis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lacus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, sed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elementum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nunc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dapibus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 </a:t>
            </a:r>
            <a:r>
              <a:rPr lang="de-DE" sz="1100" err="1">
                <a:solidFill>
                  <a:srgbClr val="004666"/>
                </a:solidFill>
                <a:sym typeface="VWAG TheSans" panose="020B0502050302020203" pitchFamily="34" charset="0"/>
              </a:rPr>
              <a:t>nec</a:t>
            </a:r>
            <a:r>
              <a:rPr lang="de-DE" sz="1100">
                <a:solidFill>
                  <a:srgbClr val="004666"/>
                </a:solidFill>
                <a:sym typeface="VWAG TheSans" panose="020B0502050302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5723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tMnjwJ3pAdpUcAVxAO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VWAG_Master_16x9_neu">
  <a:themeElements>
    <a:clrScheme name="Benutzerdefiniert 4">
      <a:dk1>
        <a:sysClr val="windowText" lastClr="000000"/>
      </a:dk1>
      <a:lt1>
        <a:sysClr val="window" lastClr="FFFFFF"/>
      </a:lt1>
      <a:dk2>
        <a:srgbClr val="4C5356"/>
      </a:dk2>
      <a:lt2>
        <a:srgbClr val="FFFFFF"/>
      </a:lt2>
      <a:accent1>
        <a:srgbClr val="4C5356"/>
      </a:accent1>
      <a:accent2>
        <a:srgbClr val="C6DFE7"/>
      </a:accent2>
      <a:accent3>
        <a:srgbClr val="006384"/>
      </a:accent3>
      <a:accent4>
        <a:srgbClr val="80B0C8"/>
      </a:accent4>
      <a:accent5>
        <a:srgbClr val="004666"/>
      </a:accent5>
      <a:accent6>
        <a:srgbClr val="A8ADB3"/>
      </a:accent6>
      <a:hlink>
        <a:srgbClr val="FFFFFF"/>
      </a:hlink>
      <a:folHlink>
        <a:srgbClr val="FFFFFF"/>
      </a:folHlink>
    </a:clrScheme>
    <a:fontScheme name="Volkswagen Group Services">
      <a:majorFont>
        <a:latin typeface="VWAG TheSans"/>
        <a:ea typeface=""/>
        <a:cs typeface=""/>
      </a:majorFont>
      <a:minorFont>
        <a:latin typeface="VWAG The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450"/>
          </a:spcAft>
          <a:defRPr sz="1400" dirty="0" err="1" smtClean="0"/>
        </a:defPPr>
      </a:lstStyle>
    </a:txDef>
  </a:objectDefaults>
  <a:extraClrSchemeLst/>
  <a:custClrLst>
    <a:custClr name="VWAGSilberHell">
      <a:srgbClr val="D4D6D9"/>
    </a:custClr>
    <a:custClr name="PowerpointBlau">
      <a:srgbClr val="003366"/>
    </a:custClr>
    <a:custClr name="VWAGDunkelrot">
      <a:srgbClr val="5F1939"/>
    </a:custClr>
    <a:custClr name="VWAGRot">
      <a:srgbClr val="A21E4D"/>
    </a:custClr>
    <a:custClr name="VWAGOrange">
      <a:srgbClr val="D8AA00"/>
    </a:custClr>
    <a:custClr name="VWAGSand">
      <a:srgbClr val="F6E5BC"/>
    </a:custClr>
    <a:custClr name="VWAGGruen">
      <a:srgbClr val="95A844"/>
    </a:custClr>
    <a:custClr name="VWAGHellgruen">
      <a:srgbClr val="C2CCA6"/>
    </a:custClr>
    <a:custClr name="leer">
      <a:srgbClr val="FFFFFF"/>
    </a:custClr>
    <a:custClr name="leer">
      <a:srgbClr val="FFFFFF"/>
    </a:custClr>
    <a:custClr name="AmpelfarbeRot">
      <a:srgbClr val="DA0C1F"/>
    </a:custClr>
    <a:custClr name="AmpelfarbeGelb">
      <a:srgbClr val="FCCD22"/>
    </a:custClr>
    <a:custClr name="AmpelfarbeGruen">
      <a:srgbClr val="64A844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  <a:custClr name="leer">
      <a:srgbClr val="FFFFFF"/>
    </a:custClr>
  </a:custClrLst>
  <a:extLst>
    <a:ext uri="{05A4C25C-085E-4340-85A3-A5531E510DB2}">
      <thm15:themeFamily xmlns:thm15="http://schemas.microsoft.com/office/thememl/2012/main" name="VWGS_Foliensammlung_light" id="{B4465F8F-4C47-4A0F-9759-82AD4A50191B}" vid="{732828D8-8EDE-4529-A8E2-36C2A3B48B2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C6C90B-2593-C24F-BAA4-0B8B60F982AE}">
  <we:reference id="wa104381335" version="1.0.0.1" store="en-US" storeType="OMEX"/>
  <we:alternateReferences>
    <we:reference id="wa104381335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ac6f4ee5-2274-44d2-b9ff-968337522634">
      <UserInfo>
        <DisplayName/>
        <AccountId xsi:nil="true"/>
        <AccountType/>
      </UserInfo>
    </RevIMDocumentOwner>
    <lcf76f155ced4ddcb4097134ff3c332f xmlns="c2989d4a-16e7-45d7-8d9f-27c0ecb6553a">
      <Terms xmlns="http://schemas.microsoft.com/office/infopath/2007/PartnerControls"/>
    </lcf76f155ced4ddcb4097134ff3c332f>
    <TaxCatchAll xmlns="ac6f4ee5-2274-44d2-b9ff-968337522634">
      <Value>1</Value>
    </TaxCatchAll>
    <i0f84bba906045b4af568ee102a52dcb xmlns="ac6f4ee5-2274-44d2-b9ff-9683375226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0.1 Initial category</TermName>
          <TermId xmlns="http://schemas.microsoft.com/office/infopath/2007/PartnerControls">0239cc7a-0c96-48a8-9e0e-a383e362571c</TermId>
        </TermInfo>
      </Terms>
    </i0f84bba906045b4af568ee102a52dcb>
    <RevIMComments xmlns="ac6f4ee5-2274-44d2-b9ff-968337522634" xsi:nil="true"/>
    <RevIMDeletionDate xmlns="ac6f4ee5-2274-44d2-b9ff-968337522634">2028-01-28T11:15:22+00:00</RevIMDeletionDate>
    <RevIMExtends xmlns="ac6f4ee5-2274-44d2-b9ff-968337522634">{"Locked":null,"LockedBy":null,"UnLocked":null,"UnLockedBy":null,"Classified":"2026-01-28T11:19:02.019Z","KSUClass":"0239cc7a-0c96-48a8-9e0e-a383e362571c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ac6f4ee5-2274-44d2-b9ff-968337522634" xsi:nil="true"/>
    <SharedWithUsers xmlns="ac6f4ee5-2274-44d2-b9ff-968337522634">
      <UserInfo>
        <DisplayName/>
        <AccountId xsi:nil="true"/>
        <AccountType/>
      </UserInfo>
    </SharedWithUsers>
    <RevIMDateOfModified2Creation xmlns="ac6f4ee5-2274-44d2-b9ff-968337522634" xsi:nil="true"/>
    <e9bc6a4622994c8abd66f4584de4b76c xmlns="ac6f4ee5-2274-44d2-b9ff-968337522634">
      <Terms xmlns="http://schemas.microsoft.com/office/infopath/2007/PartnerControls"/>
    </e9bc6a4622994c8abd66f4584de4b76c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19F038800D314388E6BCBA644773F7" ma:contentTypeVersion="23" ma:contentTypeDescription="Create a new document." ma:contentTypeScope="" ma:versionID="431ec4cff40752a2033271d6aa0e8ea2">
  <xsd:schema xmlns:xsd="http://www.w3.org/2001/XMLSchema" xmlns:xs="http://www.w3.org/2001/XMLSchema" xmlns:p="http://schemas.microsoft.com/office/2006/metadata/properties" xmlns:ns2="ac6f4ee5-2274-44d2-b9ff-968337522634" xmlns:ns3="c2989d4a-16e7-45d7-8d9f-27c0ecb6553a" targetNamespace="http://schemas.microsoft.com/office/2006/metadata/properties" ma:root="true" ma:fieldsID="03b39b9212432f720f82b2f1f2c0e626" ns2:_="" ns3:_="">
    <xsd:import namespace="ac6f4ee5-2274-44d2-b9ff-968337522634"/>
    <xsd:import namespace="c2989d4a-16e7-45d7-8d9f-27c0ecb6553a"/>
    <xsd:element name="properties">
      <xsd:complexType>
        <xsd:sequence>
          <xsd:element name="documentManagement">
            <xsd:complexType>
              <xsd:all>
                <xsd:element ref="ns2:e9bc6a4622994c8abd66f4584de4b76c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2:SharedWithUsers" minOccurs="0"/>
                <xsd:element ref="ns2:SharedWithDetails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  <xsd:element ref="ns3:MediaServiceBillingMetadata" minOccurs="0"/>
                <xsd:element ref="ns2:RevIMDateOfModified2Cre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f4ee5-2274-44d2-b9ff-968337522634" elementFormDefault="qualified">
    <xsd:import namespace="http://schemas.microsoft.com/office/2006/documentManagement/types"/>
    <xsd:import namespace="http://schemas.microsoft.com/office/infopath/2007/PartnerControls"/>
    <xsd:element name="e9bc6a4622994c8abd66f4584de4b76c" ma:index="8" nillable="true" ma:taxonomy="true" ma:internalName="e9bc6a4622994c8abd66f4584de4b76c" ma:taxonomyFieldName="LegalHoldTag" ma:displayName="LegalHold" ma:fieldId="{e9bc6a46-2299-4c8a-bd66-f4584de4b76c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7eb3960b-d980-4724-8951-2b460bfc9b01}" ma:internalName="TaxCatchAll" ma:showField="CatchAllData" ma:web="ac6f4ee5-2274-44d2-b9ff-9683375226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7eb3960b-d980-4724-8951-2b460bfc9b01}" ma:internalName="TaxCatchAllLabel" ma:readOnly="true" ma:showField="CatchAllDataLabel" ma:web="ac6f4ee5-2274-44d2-b9ff-9683375226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i0f84bba906045b4af568ee102a52dcb" ma:index="20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21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22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23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24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2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34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9d4a-16e7-45d7-8d9f-27c0ecb655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d35d9ec1-ff0e-4daf-94ff-594c76aa18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BF8FA2-DA35-4B7D-B8A0-1669E07BF73F}">
  <ds:schemaRefs>
    <ds:schemaRef ds:uri="http://schemas.microsoft.com/sharepoint/v4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6bb8b2aa-17c5-40c8-8eb9-95a5de48fbbf"/>
    <ds:schemaRef ds:uri="77239abe-b776-4c18-a285-05ac8b569b54"/>
    <ds:schemaRef ds:uri="http://www.w3.org/XML/1998/namespace"/>
    <ds:schemaRef ds:uri="http://purl.org/dc/dcmitype/"/>
    <ds:schemaRef ds:uri="ac6f4ee5-2274-44d2-b9ff-968337522634"/>
    <ds:schemaRef ds:uri="c2989d4a-16e7-45d7-8d9f-27c0ecb6553a"/>
  </ds:schemaRefs>
</ds:datastoreItem>
</file>

<file path=customXml/itemProps2.xml><?xml version="1.0" encoding="utf-8"?>
<ds:datastoreItem xmlns:ds="http://schemas.openxmlformats.org/officeDocument/2006/customXml" ds:itemID="{003BBE07-BCF5-471D-BADA-C74DE57456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6f4ee5-2274-44d2-b9ff-968337522634"/>
    <ds:schemaRef ds:uri="c2989d4a-16e7-45d7-8d9f-27c0ecb655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4F3165-A204-43BB-B91D-D7FC82F02CD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VWGS_Foliensammlung_light_V1</Template>
  <TotalTime>0</TotalTime>
  <Words>1416</Words>
  <Application>Microsoft Office PowerPoint</Application>
  <PresentationFormat>Personalizado</PresentationFormat>
  <Paragraphs>153</Paragraphs>
  <Slides>14</Slides>
  <Notes>14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Arial</vt:lpstr>
      <vt:lpstr>Calibri</vt:lpstr>
      <vt:lpstr>Futura</vt:lpstr>
      <vt:lpstr>VWAG TheSans</vt:lpstr>
      <vt:lpstr>VWAG TheSans Light</vt:lpstr>
      <vt:lpstr>VWAG TheSans Light </vt:lpstr>
      <vt:lpstr>Wingdings</vt:lpstr>
      <vt:lpstr>2_VWAG_Master_16x9_neu</vt:lpstr>
      <vt:lpstr>think-cell Folie</vt:lpstr>
      <vt:lpstr>Headline: TheSans (Headline) Regular, 30pt</vt:lpstr>
      <vt:lpstr>Agenda with Pictures – 5 steps (1-5) </vt:lpstr>
      <vt:lpstr>Agenda with Pictures – 5 steps (6-10) </vt:lpstr>
      <vt:lpstr>Title: TheSans (Headline) Regular, 24pt</vt:lpstr>
      <vt:lpstr>Title: TheSans (Headline) Regular, 24pt</vt:lpstr>
      <vt:lpstr>Presentación de PowerPoint</vt:lpstr>
      <vt:lpstr>Vierspaltiges Textlayout mit Bildern </vt:lpstr>
      <vt:lpstr>Headline: TheSans (Headline) Regular, 24pt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Schober, Kim Kristina (A-OC)</dc:creator>
  <cp:lastModifiedBy>Pedragosa Lozano, Javier (A-IIBE-HG)</cp:lastModifiedBy>
  <cp:revision>7</cp:revision>
  <cp:lastPrinted>2025-05-26T12:15:35Z</cp:lastPrinted>
  <dcterms:created xsi:type="dcterms:W3CDTF">2026-01-06T12:54:51Z</dcterms:created>
  <dcterms:modified xsi:type="dcterms:W3CDTF">2026-03-10T09:54:16Z</dcterms:modified>
  <cp:category>0.1 Initialklasse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0x010100E319F038800D314388E6BCBA644773F7</vt:lpwstr>
  </property>
  <property fmtid="{D5CDD505-2E9C-101B-9397-08002B2CF9AE}" pid="3" name="RevIMBCS">
    <vt:lpwstr>1;#0.1 Initial category|0239cc7a-0c96-48a8-9e0e-a383e362571c</vt:lpwstr>
  </property>
  <property fmtid="{D5CDD505-2E9C-101B-9397-08002B2CF9AE}" pid="4" name="LegalHoldTag">
    <vt:lpwstr/>
  </property>
  <property fmtid="{D5CDD505-2E9C-101B-9397-08002B2CF9AE}" pid="5" name="MSIP_Label_b1c9b508-7c6e-42bd-bedf-808292653d6c_Enabled">
    <vt:lpwstr>true</vt:lpwstr>
  </property>
  <property fmtid="{D5CDD505-2E9C-101B-9397-08002B2CF9AE}" pid="6" name="MSIP_Label_b1c9b508-7c6e-42bd-bedf-808292653d6c_SetDate">
    <vt:lpwstr>2023-03-28T11:01:40Z</vt:lpwstr>
  </property>
  <property fmtid="{D5CDD505-2E9C-101B-9397-08002B2CF9AE}" pid="7" name="MSIP_Label_b1c9b508-7c6e-42bd-bedf-808292653d6c_Method">
    <vt:lpwstr>Standard</vt:lpwstr>
  </property>
  <property fmtid="{D5CDD505-2E9C-101B-9397-08002B2CF9AE}" pid="8" name="MSIP_Label_b1c9b508-7c6e-42bd-bedf-808292653d6c_Name">
    <vt:lpwstr>b1c9b508-7c6e-42bd-bedf-808292653d6c</vt:lpwstr>
  </property>
  <property fmtid="{D5CDD505-2E9C-101B-9397-08002B2CF9AE}" pid="9" name="MSIP_Label_b1c9b508-7c6e-42bd-bedf-808292653d6c_SiteId">
    <vt:lpwstr>2882be50-2012-4d88-ac86-544124e120c8</vt:lpwstr>
  </property>
  <property fmtid="{D5CDD505-2E9C-101B-9397-08002B2CF9AE}" pid="10" name="MSIP_Label_b1c9b508-7c6e-42bd-bedf-808292653d6c_ActionId">
    <vt:lpwstr>513a493f-abfd-4f50-a842-1a19550626bd</vt:lpwstr>
  </property>
  <property fmtid="{D5CDD505-2E9C-101B-9397-08002B2CF9AE}" pid="11" name="MSIP_Label_b1c9b508-7c6e-42bd-bedf-808292653d6c_ContentBits">
    <vt:lpwstr>3</vt:lpwstr>
  </property>
  <property fmtid="{D5CDD505-2E9C-101B-9397-08002B2CF9AE}" pid="12" name="MediaServiceImageTags">
    <vt:lpwstr/>
  </property>
  <property fmtid="{D5CDD505-2E9C-101B-9397-08002B2CF9AE}" pid="13" name="docLang">
    <vt:lpwstr>de</vt:lpwstr>
  </property>
</Properties>
</file>